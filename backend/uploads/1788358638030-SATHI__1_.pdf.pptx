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Arimo Bold" charset="1" panose="020B0704020202020204"/>
      <p:regular r:id="rId14"/>
    </p:embeddedFont>
    <p:embeddedFont>
      <p:font typeface="Times New Roman MT" charset="1" panose="02030502070405020303"/>
      <p:regular r:id="rId15"/>
    </p:embeddedFont>
    <p:embeddedFont>
      <p:font typeface="Times New Roman MT Bold" charset="1" panose="02030802070405020303"/>
      <p:regular r:id="rId16"/>
    </p:embeddedFont>
    <p:embeddedFont>
      <p:font typeface="Times New Roman MT Semi-Bold" charset="1" panose="02030702070405020303"/>
      <p:regular r:id="rId17"/>
    </p:embeddedFont>
    <p:embeddedFont>
      <p:font typeface="Horizon" charset="1" panose="02000500000000000000"/>
      <p:regular r:id="rId18"/>
    </p:embeddedFont>
    <p:embeddedFont>
      <p:font typeface="Caladea" charset="1" panose="02040503050406030204"/>
      <p:regular r:id="rId19"/>
    </p:embeddedFont>
    <p:embeddedFont>
      <p:font typeface="Caladea Bold" charset="1" panose="02040803050406030204"/>
      <p:regular r:id="rId20"/>
    </p:embeddedFont>
    <p:embeddedFont>
      <p:font typeface="Roboto" charset="1" panose="02000000000000000000"/>
      <p:regular r:id="rId21"/>
    </p:embeddedFont>
    <p:embeddedFont>
      <p:font typeface="Trebuchet MS Bold" charset="1" panose="020B0703020202020204"/>
      <p:regular r:id="rId22"/>
    </p:embeddedFont>
    <p:embeddedFont>
      <p:font typeface="Arimo" charset="1" panose="020B06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jpeg" Type="http://schemas.openxmlformats.org/officeDocument/2006/relationships/image"/><Relationship Id="rId11" Target="../media/image15.jpeg" Type="http://schemas.openxmlformats.org/officeDocument/2006/relationships/image"/><Relationship Id="rId12" Target="../media/image16.jpeg" Type="http://schemas.openxmlformats.org/officeDocument/2006/relationships/image"/><Relationship Id="rId13" Target="../media/image17.jpeg" Type="http://schemas.openxmlformats.org/officeDocument/2006/relationships/image"/><Relationship Id="rId14" Target="../media/image18.jpeg" Type="http://schemas.openxmlformats.org/officeDocument/2006/relationships/image"/><Relationship Id="rId15" Target="../media/image19.jpeg" Type="http://schemas.openxmlformats.org/officeDocument/2006/relationships/image"/><Relationship Id="rId16" Target="../media/image20.jpeg" Type="http://schemas.openxmlformats.org/officeDocument/2006/relationships/image"/><Relationship Id="rId17" Target="../media/image21.png" Type="http://schemas.openxmlformats.org/officeDocument/2006/relationships/image"/><Relationship Id="rId18" Target="../media/image22.jpeg" Type="http://schemas.openxmlformats.org/officeDocument/2006/relationships/image"/><Relationship Id="rId19" Target="../media/image23.jpeg" Type="http://schemas.openxmlformats.org/officeDocument/2006/relationships/image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7.jpeg" Type="http://schemas.openxmlformats.org/officeDocument/2006/relationships/image"/><Relationship Id="rId6" Target="../media/image10.png" Type="http://schemas.openxmlformats.org/officeDocument/2006/relationships/image"/><Relationship Id="rId7" Target="../media/image11.jpeg" Type="http://schemas.openxmlformats.org/officeDocument/2006/relationships/image"/><Relationship Id="rId8" Target="../media/image12.jpeg" Type="http://schemas.openxmlformats.org/officeDocument/2006/relationships/image"/><Relationship Id="rId9" Target="../media/image1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15" Target="../media/image37.png" Type="http://schemas.openxmlformats.org/officeDocument/2006/relationships/image"/><Relationship Id="rId16" Target="../media/image38.png" Type="http://schemas.openxmlformats.org/officeDocument/2006/relationships/image"/><Relationship Id="rId17" Target="../media/image39.png" Type="http://schemas.openxmlformats.org/officeDocument/2006/relationships/image"/><Relationship Id="rId18" Target="../media/image40.png" Type="http://schemas.openxmlformats.org/officeDocument/2006/relationships/image"/><Relationship Id="rId19" Target="../media/image41.png" Type="http://schemas.openxmlformats.org/officeDocument/2006/relationships/image"/><Relationship Id="rId2" Target="../media/image24.png" Type="http://schemas.openxmlformats.org/officeDocument/2006/relationships/image"/><Relationship Id="rId20" Target="../media/image42.png" Type="http://schemas.openxmlformats.org/officeDocument/2006/relationships/image"/><Relationship Id="rId21" Target="../media/image43.png" Type="http://schemas.openxmlformats.org/officeDocument/2006/relationships/image"/><Relationship Id="rId22" Target="../media/image44.png" Type="http://schemas.openxmlformats.org/officeDocument/2006/relationships/image"/><Relationship Id="rId23" Target="../media/image45.png" Type="http://schemas.openxmlformats.org/officeDocument/2006/relationships/image"/><Relationship Id="rId24" Target="../media/image46.png" Type="http://schemas.openxmlformats.org/officeDocument/2006/relationships/image"/><Relationship Id="rId25" Target="../media/image47.png" Type="http://schemas.openxmlformats.org/officeDocument/2006/relationships/image"/><Relationship Id="rId26" Target="../media/image48.png" Type="http://schemas.openxmlformats.org/officeDocument/2006/relationships/image"/><Relationship Id="rId27" Target="../media/image49.png" Type="http://schemas.openxmlformats.org/officeDocument/2006/relationships/image"/><Relationship Id="rId28" Target="../media/image50.png" Type="http://schemas.openxmlformats.org/officeDocument/2006/relationships/image"/><Relationship Id="rId29" Target="../media/image51.png" Type="http://schemas.openxmlformats.org/officeDocument/2006/relationships/image"/><Relationship Id="rId3" Target="../media/image25.png" Type="http://schemas.openxmlformats.org/officeDocument/2006/relationships/image"/><Relationship Id="rId30" Target="../media/image52.png" Type="http://schemas.openxmlformats.org/officeDocument/2006/relationships/image"/><Relationship Id="rId31" Target="../media/image53.svg" Type="http://schemas.openxmlformats.org/officeDocument/2006/relationships/image"/><Relationship Id="rId32" Target="../media/image54.jpeg" Type="http://schemas.openxmlformats.org/officeDocument/2006/relationships/image"/><Relationship Id="rId33" Target="../media/image55.png" Type="http://schemas.openxmlformats.org/officeDocument/2006/relationships/image"/><Relationship Id="rId34" Target="../media/image56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5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ranchismartcity.in/" TargetMode="External" Type="http://schemas.openxmlformats.org/officeDocument/2006/relationships/hyperlink"/><Relationship Id="rId11" Target="https://seeclickfix.com/" TargetMode="External" Type="http://schemas.openxmlformats.org/officeDocument/2006/relationships/hyperlink"/><Relationship Id="rId12" Target="https://ranchismartcity.in/" TargetMode="External" Type="http://schemas.openxmlformats.org/officeDocument/2006/relationships/hyperlink"/><Relationship Id="rId13" Target="https://jansathi.vercel.app/home" TargetMode="External" Type="http://schemas.openxmlformats.org/officeDocument/2006/relationships/hyperlink"/><Relationship Id="rId14" Target="https://jansathi.vercel.app/home" TargetMode="External" Type="http://schemas.openxmlformats.org/officeDocument/2006/relationships/hyperlink"/><Relationship Id="rId2" Target="../media/image3.png" Type="http://schemas.openxmlformats.org/officeDocument/2006/relationships/image"/><Relationship Id="rId3" Target="../media/image62.jpeg" Type="http://schemas.openxmlformats.org/officeDocument/2006/relationships/image"/><Relationship Id="rId4" Target="../media/image63.jpeg" Type="http://schemas.openxmlformats.org/officeDocument/2006/relationships/image"/><Relationship Id="rId5" Target="../media/image64.png" Type="http://schemas.openxmlformats.org/officeDocument/2006/relationships/image"/><Relationship Id="rId6" Target="../media/image65.svg" Type="http://schemas.openxmlformats.org/officeDocument/2006/relationships/image"/><Relationship Id="rId7" Target="../media/image7.jpeg" Type="http://schemas.openxmlformats.org/officeDocument/2006/relationships/image"/><Relationship Id="rId8" Target="https://seeclickfix.com/" TargetMode="External" Type="http://schemas.openxmlformats.org/officeDocument/2006/relationships/hyperlink"/><Relationship Id="rId9" Target="https://ranchismartcity.in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485222" y="1277283"/>
            <a:ext cx="6953021" cy="7734300"/>
            <a:chOff x="0" y="0"/>
            <a:chExt cx="6953021" cy="773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63" y="0"/>
              <a:ext cx="6953091" cy="7734300"/>
            </a:xfrm>
            <a:custGeom>
              <a:avLst/>
              <a:gdLst/>
              <a:ahLst/>
              <a:cxnLst/>
              <a:rect r="r" b="b" t="t" l="l"/>
              <a:pathLst>
                <a:path h="7734300" w="6953091">
                  <a:moveTo>
                    <a:pt x="2799143" y="855218"/>
                  </a:moveTo>
                  <a:cubicBezTo>
                    <a:pt x="2638742" y="855218"/>
                    <a:pt x="2494470" y="969010"/>
                    <a:pt x="2414333" y="1153668"/>
                  </a:cubicBezTo>
                  <a:cubicBezTo>
                    <a:pt x="2144204" y="1776984"/>
                    <a:pt x="1933257" y="2264029"/>
                    <a:pt x="1768411" y="2644521"/>
                  </a:cubicBezTo>
                  <a:lnTo>
                    <a:pt x="1750123" y="2686685"/>
                  </a:lnTo>
                  <a:lnTo>
                    <a:pt x="1779968" y="2703322"/>
                  </a:lnTo>
                  <a:cubicBezTo>
                    <a:pt x="1793811" y="2708402"/>
                    <a:pt x="1808416" y="2711069"/>
                    <a:pt x="1823402" y="2711069"/>
                  </a:cubicBezTo>
                  <a:lnTo>
                    <a:pt x="2744660" y="2711069"/>
                  </a:lnTo>
                  <a:cubicBezTo>
                    <a:pt x="2802318" y="2711069"/>
                    <a:pt x="2858071" y="2668778"/>
                    <a:pt x="2885884" y="2599944"/>
                  </a:cubicBezTo>
                  <a:cubicBezTo>
                    <a:pt x="3347529" y="1538986"/>
                    <a:pt x="3347529" y="1538986"/>
                    <a:pt x="3347529" y="1538986"/>
                  </a:cubicBezTo>
                  <a:cubicBezTo>
                    <a:pt x="3377374" y="1472819"/>
                    <a:pt x="3377374" y="1388110"/>
                    <a:pt x="3347529" y="1322070"/>
                  </a:cubicBezTo>
                  <a:cubicBezTo>
                    <a:pt x="3282632" y="1172845"/>
                    <a:pt x="3226879" y="1044702"/>
                    <a:pt x="3178873" y="934466"/>
                  </a:cubicBezTo>
                  <a:lnTo>
                    <a:pt x="3144456" y="855345"/>
                  </a:lnTo>
                  <a:close/>
                  <a:moveTo>
                    <a:pt x="408368" y="4688967"/>
                  </a:moveTo>
                  <a:cubicBezTo>
                    <a:pt x="369379" y="4688967"/>
                    <a:pt x="334327" y="4716653"/>
                    <a:pt x="314769" y="4761611"/>
                  </a:cubicBezTo>
                  <a:cubicBezTo>
                    <a:pt x="14668" y="5454269"/>
                    <a:pt x="14668" y="5454269"/>
                    <a:pt x="14668" y="5454269"/>
                  </a:cubicBezTo>
                  <a:cubicBezTo>
                    <a:pt x="-4890" y="5497449"/>
                    <a:pt x="-4890" y="5552821"/>
                    <a:pt x="14668" y="5596001"/>
                  </a:cubicBezTo>
                  <a:cubicBezTo>
                    <a:pt x="314769" y="6288786"/>
                    <a:pt x="314769" y="6288786"/>
                    <a:pt x="314769" y="6288786"/>
                  </a:cubicBezTo>
                  <a:cubicBezTo>
                    <a:pt x="334327" y="6333744"/>
                    <a:pt x="369252" y="6361430"/>
                    <a:pt x="408368" y="6361430"/>
                  </a:cubicBezTo>
                  <a:lnTo>
                    <a:pt x="1009967" y="6361430"/>
                  </a:lnTo>
                  <a:cubicBezTo>
                    <a:pt x="1047686" y="6361430"/>
                    <a:pt x="1084008" y="6333744"/>
                    <a:pt x="1102169" y="6288786"/>
                  </a:cubicBezTo>
                  <a:cubicBezTo>
                    <a:pt x="1403667" y="5596001"/>
                    <a:pt x="1403667" y="5596001"/>
                    <a:pt x="1403667" y="5596001"/>
                  </a:cubicBezTo>
                  <a:cubicBezTo>
                    <a:pt x="1423225" y="5552821"/>
                    <a:pt x="1423225" y="5497449"/>
                    <a:pt x="1403667" y="5454269"/>
                  </a:cubicBezTo>
                  <a:cubicBezTo>
                    <a:pt x="1102169" y="4761484"/>
                    <a:pt x="1102169" y="4761484"/>
                    <a:pt x="1102169" y="4761484"/>
                  </a:cubicBezTo>
                  <a:cubicBezTo>
                    <a:pt x="1084008" y="4716526"/>
                    <a:pt x="1047686" y="4688840"/>
                    <a:pt x="1009967" y="4688840"/>
                  </a:cubicBezTo>
                  <a:close/>
                  <a:moveTo>
                    <a:pt x="1768792" y="0"/>
                  </a:moveTo>
                  <a:cubicBezTo>
                    <a:pt x="1701355" y="0"/>
                    <a:pt x="1640903" y="47752"/>
                    <a:pt x="1606994" y="125476"/>
                  </a:cubicBezTo>
                  <a:cubicBezTo>
                    <a:pt x="1088453" y="1322197"/>
                    <a:pt x="1088453" y="1322197"/>
                    <a:pt x="1088453" y="1322197"/>
                  </a:cubicBezTo>
                  <a:cubicBezTo>
                    <a:pt x="1054798" y="1396746"/>
                    <a:pt x="1054798" y="1492377"/>
                    <a:pt x="1088453" y="1566926"/>
                  </a:cubicBezTo>
                  <a:cubicBezTo>
                    <a:pt x="1606867" y="2763647"/>
                    <a:pt x="1606867" y="2763647"/>
                    <a:pt x="1606867" y="2763647"/>
                  </a:cubicBezTo>
                  <a:cubicBezTo>
                    <a:pt x="1623758" y="2802382"/>
                    <a:pt x="1647253" y="2833751"/>
                    <a:pt x="1675066" y="2855341"/>
                  </a:cubicBezTo>
                  <a:lnTo>
                    <a:pt x="1676336" y="2856103"/>
                  </a:lnTo>
                  <a:lnTo>
                    <a:pt x="1637728" y="2945257"/>
                  </a:lnTo>
                  <a:cubicBezTo>
                    <a:pt x="1179258" y="4003294"/>
                    <a:pt x="1179258" y="4003294"/>
                    <a:pt x="1179258" y="4003294"/>
                  </a:cubicBezTo>
                  <a:cubicBezTo>
                    <a:pt x="1099121" y="4180841"/>
                    <a:pt x="1099121" y="4408298"/>
                    <a:pt x="1179258" y="4585970"/>
                  </a:cubicBezTo>
                  <a:cubicBezTo>
                    <a:pt x="2414079" y="7435850"/>
                    <a:pt x="2414079" y="7435850"/>
                    <a:pt x="2414079" y="7435850"/>
                  </a:cubicBezTo>
                  <a:cubicBezTo>
                    <a:pt x="2494216" y="7620635"/>
                    <a:pt x="2638488" y="7734300"/>
                    <a:pt x="2798889" y="7734300"/>
                  </a:cubicBezTo>
                  <a:lnTo>
                    <a:pt x="5273484" y="7734300"/>
                  </a:lnTo>
                  <a:cubicBezTo>
                    <a:pt x="5428551" y="7734300"/>
                    <a:pt x="5578157" y="7620508"/>
                    <a:pt x="5652960" y="7435850"/>
                  </a:cubicBezTo>
                  <a:cubicBezTo>
                    <a:pt x="6892988" y="4586224"/>
                    <a:pt x="6892988" y="4586224"/>
                    <a:pt x="6892988" y="4586224"/>
                  </a:cubicBezTo>
                  <a:cubicBezTo>
                    <a:pt x="6973125" y="4408678"/>
                    <a:pt x="6973125" y="4181221"/>
                    <a:pt x="6892988" y="4003548"/>
                  </a:cubicBezTo>
                  <a:cubicBezTo>
                    <a:pt x="5652960" y="1153795"/>
                    <a:pt x="5652960" y="1153795"/>
                    <a:pt x="5652960" y="1153795"/>
                  </a:cubicBezTo>
                  <a:cubicBezTo>
                    <a:pt x="5578157" y="969010"/>
                    <a:pt x="5428424" y="855345"/>
                    <a:pt x="5273484" y="855345"/>
                  </a:cubicBezTo>
                  <a:lnTo>
                    <a:pt x="3286442" y="855345"/>
                  </a:lnTo>
                  <a:lnTo>
                    <a:pt x="3311588" y="913130"/>
                  </a:lnTo>
                  <a:cubicBezTo>
                    <a:pt x="3361499" y="1027684"/>
                    <a:pt x="3418395" y="1158494"/>
                    <a:pt x="3483546" y="1308100"/>
                  </a:cubicBezTo>
                  <a:cubicBezTo>
                    <a:pt x="3517201" y="1382649"/>
                    <a:pt x="3517201" y="1478280"/>
                    <a:pt x="3483546" y="1552829"/>
                  </a:cubicBezTo>
                  <a:cubicBezTo>
                    <a:pt x="3483546" y="1552829"/>
                    <a:pt x="3483546" y="1552829"/>
                    <a:pt x="2962846" y="2749550"/>
                  </a:cubicBezTo>
                  <a:cubicBezTo>
                    <a:pt x="2931477" y="2827147"/>
                    <a:pt x="2868612" y="2874899"/>
                    <a:pt x="2803461" y="2874899"/>
                  </a:cubicBezTo>
                  <a:lnTo>
                    <a:pt x="1764220" y="2874899"/>
                  </a:lnTo>
                  <a:cubicBezTo>
                    <a:pt x="1747329" y="2874899"/>
                    <a:pt x="1730946" y="2871978"/>
                    <a:pt x="1715325" y="2866263"/>
                  </a:cubicBezTo>
                  <a:lnTo>
                    <a:pt x="1686369" y="2850007"/>
                  </a:lnTo>
                  <a:lnTo>
                    <a:pt x="1714309" y="2785618"/>
                  </a:lnTo>
                  <a:lnTo>
                    <a:pt x="1751774" y="2699131"/>
                  </a:lnTo>
                  <a:lnTo>
                    <a:pt x="1744789" y="2695194"/>
                  </a:lnTo>
                  <a:cubicBezTo>
                    <a:pt x="1720151" y="2676017"/>
                    <a:pt x="1699323" y="2648204"/>
                    <a:pt x="1684337" y="2613787"/>
                  </a:cubicBezTo>
                  <a:cubicBezTo>
                    <a:pt x="1684337" y="2613787"/>
                    <a:pt x="1684337" y="2613787"/>
                    <a:pt x="1224724" y="1552829"/>
                  </a:cubicBezTo>
                  <a:cubicBezTo>
                    <a:pt x="1194879" y="1486662"/>
                    <a:pt x="1194879" y="1401953"/>
                    <a:pt x="1224724" y="1335913"/>
                  </a:cubicBezTo>
                  <a:cubicBezTo>
                    <a:pt x="1224724" y="1335913"/>
                    <a:pt x="1224724" y="1335913"/>
                    <a:pt x="1684337" y="274955"/>
                  </a:cubicBezTo>
                  <a:cubicBezTo>
                    <a:pt x="1714182" y="206121"/>
                    <a:pt x="1767903" y="163830"/>
                    <a:pt x="1827593" y="163830"/>
                  </a:cubicBezTo>
                  <a:lnTo>
                    <a:pt x="2748851" y="163830"/>
                  </a:lnTo>
                  <a:cubicBezTo>
                    <a:pt x="2806509" y="163830"/>
                    <a:pt x="2862262" y="206121"/>
                    <a:pt x="2890075" y="274955"/>
                  </a:cubicBezTo>
                  <a:cubicBezTo>
                    <a:pt x="2890075" y="274955"/>
                    <a:pt x="2890075" y="274955"/>
                    <a:pt x="3084766" y="722503"/>
                  </a:cubicBezTo>
                  <a:lnTo>
                    <a:pt x="3135820" y="839724"/>
                  </a:lnTo>
                  <a:lnTo>
                    <a:pt x="3278060" y="839724"/>
                  </a:lnTo>
                  <a:lnTo>
                    <a:pt x="3246564" y="767207"/>
                  </a:lnTo>
                  <a:cubicBezTo>
                    <a:pt x="2967291" y="125349"/>
                    <a:pt x="2967291" y="125349"/>
                    <a:pt x="2967291" y="125349"/>
                  </a:cubicBezTo>
                  <a:cubicBezTo>
                    <a:pt x="2935922" y="47752"/>
                    <a:pt x="2873057" y="0"/>
                    <a:pt x="2808033" y="0"/>
                  </a:cubicBezTo>
                  <a:close/>
                </a:path>
              </a:pathLst>
            </a:custGeom>
            <a:solidFill>
              <a:srgbClr val="808080">
                <a:alpha val="1961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339178" y="2972895"/>
            <a:ext cx="4805267" cy="5138299"/>
          </a:xfrm>
          <a:custGeom>
            <a:avLst/>
            <a:gdLst/>
            <a:ahLst/>
            <a:cxnLst/>
            <a:rect r="r" b="b" t="t" l="l"/>
            <a:pathLst>
              <a:path h="5138299" w="4805267">
                <a:moveTo>
                  <a:pt x="0" y="0"/>
                </a:moveTo>
                <a:lnTo>
                  <a:pt x="4805267" y="0"/>
                </a:lnTo>
                <a:lnTo>
                  <a:pt x="4805267" y="5138300"/>
                </a:lnTo>
                <a:lnTo>
                  <a:pt x="0" y="513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9504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489928" y="3385023"/>
            <a:ext cx="123825" cy="123825"/>
            <a:chOff x="0" y="0"/>
            <a:chExt cx="123825" cy="123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489928" y="4347048"/>
            <a:ext cx="123825" cy="123825"/>
            <a:chOff x="0" y="0"/>
            <a:chExt cx="123825" cy="1238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489928" y="6271098"/>
            <a:ext cx="123825" cy="123825"/>
            <a:chOff x="0" y="0"/>
            <a:chExt cx="123825" cy="1238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489928" y="7233123"/>
            <a:ext cx="123825" cy="123825"/>
            <a:chOff x="0" y="0"/>
            <a:chExt cx="123825" cy="1238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489928" y="8195148"/>
            <a:ext cx="123825" cy="123825"/>
            <a:chOff x="0" y="0"/>
            <a:chExt cx="123825" cy="1238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489928" y="9157173"/>
            <a:ext cx="123825" cy="123825"/>
            <a:chOff x="0" y="0"/>
            <a:chExt cx="123825" cy="1238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797709" y="4556598"/>
            <a:ext cx="4616796" cy="38100"/>
            <a:chOff x="0" y="0"/>
            <a:chExt cx="4616793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16831" cy="38100"/>
            </a:xfrm>
            <a:custGeom>
              <a:avLst/>
              <a:gdLst/>
              <a:ahLst/>
              <a:cxnLst/>
              <a:rect r="r" b="b" t="t" l="l"/>
              <a:pathLst>
                <a:path h="38100" w="4616831">
                  <a:moveTo>
                    <a:pt x="0" y="0"/>
                  </a:moveTo>
                  <a:lnTo>
                    <a:pt x="4616831" y="0"/>
                  </a:lnTo>
                  <a:lnTo>
                    <a:pt x="461683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798147" y="3594573"/>
            <a:ext cx="4191000" cy="38100"/>
            <a:chOff x="0" y="0"/>
            <a:chExt cx="4191000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91000" cy="38100"/>
            </a:xfrm>
            <a:custGeom>
              <a:avLst/>
              <a:gdLst/>
              <a:ahLst/>
              <a:cxnLst/>
              <a:rect r="r" b="b" t="t" l="l"/>
              <a:pathLst>
                <a:path h="381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798147" y="7442673"/>
            <a:ext cx="2398366" cy="38100"/>
            <a:chOff x="0" y="0"/>
            <a:chExt cx="2398370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98395" cy="38100"/>
            </a:xfrm>
            <a:custGeom>
              <a:avLst/>
              <a:gdLst/>
              <a:ahLst/>
              <a:cxnLst/>
              <a:rect r="r" b="b" t="t" l="l"/>
              <a:pathLst>
                <a:path h="38100" w="2398395">
                  <a:moveTo>
                    <a:pt x="0" y="0"/>
                  </a:moveTo>
                  <a:lnTo>
                    <a:pt x="0" y="38100"/>
                  </a:lnTo>
                  <a:lnTo>
                    <a:pt x="1507617" y="38100"/>
                  </a:lnTo>
                  <a:lnTo>
                    <a:pt x="1507617" y="0"/>
                  </a:lnTo>
                  <a:close/>
                  <a:moveTo>
                    <a:pt x="1779270" y="0"/>
                  </a:moveTo>
                  <a:lnTo>
                    <a:pt x="1779270" y="38100"/>
                  </a:lnTo>
                  <a:lnTo>
                    <a:pt x="2149729" y="38100"/>
                  </a:lnTo>
                  <a:lnTo>
                    <a:pt x="2149729" y="0"/>
                  </a:lnTo>
                  <a:close/>
                  <a:moveTo>
                    <a:pt x="2343150" y="0"/>
                  </a:moveTo>
                  <a:lnTo>
                    <a:pt x="2343150" y="38100"/>
                  </a:lnTo>
                  <a:lnTo>
                    <a:pt x="2398395" y="38100"/>
                  </a:lnTo>
                  <a:lnTo>
                    <a:pt x="2398395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798147" y="9366723"/>
            <a:ext cx="2264273" cy="38100"/>
            <a:chOff x="0" y="0"/>
            <a:chExt cx="2264270" cy="3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64283" cy="38100"/>
            </a:xfrm>
            <a:custGeom>
              <a:avLst/>
              <a:gdLst/>
              <a:ahLst/>
              <a:cxnLst/>
              <a:rect r="r" b="b" t="t" l="l"/>
              <a:pathLst>
                <a:path h="38100" w="2264283">
                  <a:moveTo>
                    <a:pt x="0" y="0"/>
                  </a:moveTo>
                  <a:lnTo>
                    <a:pt x="2264283" y="0"/>
                  </a:lnTo>
                  <a:lnTo>
                    <a:pt x="226428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798147" y="8404698"/>
            <a:ext cx="1569091" cy="38100"/>
            <a:chOff x="0" y="0"/>
            <a:chExt cx="1569098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69085" cy="38100"/>
            </a:xfrm>
            <a:custGeom>
              <a:avLst/>
              <a:gdLst/>
              <a:ahLst/>
              <a:cxnLst/>
              <a:rect r="r" b="b" t="t" l="l"/>
              <a:pathLst>
                <a:path h="38100" w="1569085">
                  <a:moveTo>
                    <a:pt x="0" y="0"/>
                  </a:moveTo>
                  <a:lnTo>
                    <a:pt x="1569085" y="0"/>
                  </a:lnTo>
                  <a:lnTo>
                    <a:pt x="156908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798147" y="6480648"/>
            <a:ext cx="1434408" cy="38100"/>
            <a:chOff x="0" y="0"/>
            <a:chExt cx="1434402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34465" cy="38100"/>
            </a:xfrm>
            <a:custGeom>
              <a:avLst/>
              <a:gdLst/>
              <a:ahLst/>
              <a:cxnLst/>
              <a:rect r="r" b="b" t="t" l="l"/>
              <a:pathLst>
                <a:path h="38100" w="1434465">
                  <a:moveTo>
                    <a:pt x="0" y="0"/>
                  </a:moveTo>
                  <a:lnTo>
                    <a:pt x="1434465" y="0"/>
                  </a:lnTo>
                  <a:lnTo>
                    <a:pt x="143446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4705867" y="122063"/>
            <a:ext cx="3369850" cy="1723615"/>
          </a:xfrm>
          <a:custGeom>
            <a:avLst/>
            <a:gdLst/>
            <a:ahLst/>
            <a:cxnLst/>
            <a:rect r="r" b="b" t="t" l="l"/>
            <a:pathLst>
              <a:path h="1723615" w="3369850">
                <a:moveTo>
                  <a:pt x="0" y="0"/>
                </a:moveTo>
                <a:lnTo>
                  <a:pt x="3369849" y="0"/>
                </a:lnTo>
                <a:lnTo>
                  <a:pt x="3369849" y="1723615"/>
                </a:lnTo>
                <a:lnTo>
                  <a:pt x="0" y="1723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8" b="0"/>
            </a:stretch>
          </a:blipFill>
        </p:spPr>
      </p: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8485165" y="1277283"/>
            <a:ext cx="6957908" cy="7732452"/>
            <a:chOff x="0" y="0"/>
            <a:chExt cx="6957911" cy="773244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57949" cy="7732395"/>
            </a:xfrm>
            <a:custGeom>
              <a:avLst/>
              <a:gdLst/>
              <a:ahLst/>
              <a:cxnLst/>
              <a:rect r="r" b="b" t="t" l="l"/>
              <a:pathLst>
                <a:path h="7732395" w="6957949">
                  <a:moveTo>
                    <a:pt x="0" y="7732395"/>
                  </a:moveTo>
                  <a:lnTo>
                    <a:pt x="6957949" y="7732395"/>
                  </a:lnTo>
                  <a:lnTo>
                    <a:pt x="69579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2165452" y="475650"/>
            <a:ext cx="12347038" cy="103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SMART INDIA HACKATHON 2025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83565" y="2873683"/>
            <a:ext cx="10118874" cy="6628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5"/>
              </a:lnSpc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SIH25031 Problem Statement Title- Crowdsourced Civic Issue Reporting and Resolution System Theme- Clean &amp; Green Technology PS Category- Software Team ID- T047 Team Name - Saathi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04800" y="3569532"/>
            <a:ext cx="76200" cy="76200"/>
            <a:chOff x="0" y="0"/>
            <a:chExt cx="762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04800" y="4988757"/>
            <a:ext cx="76200" cy="76200"/>
            <a:chOff x="0" y="0"/>
            <a:chExt cx="762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04800" y="6398457"/>
            <a:ext cx="76200" cy="76200"/>
            <a:chOff x="0" y="0"/>
            <a:chExt cx="76200" cy="7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304800" y="7465257"/>
            <a:ext cx="76200" cy="76200"/>
            <a:chOff x="0" y="0"/>
            <a:chExt cx="762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304800" y="8884482"/>
            <a:ext cx="76200" cy="76200"/>
            <a:chOff x="0" y="0"/>
            <a:chExt cx="76200" cy="76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510330" y="9008307"/>
            <a:ext cx="3314700" cy="28575"/>
            <a:chOff x="0" y="0"/>
            <a:chExt cx="3314700" cy="285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14700" cy="28575"/>
            </a:xfrm>
            <a:custGeom>
              <a:avLst/>
              <a:gdLst/>
              <a:ahLst/>
              <a:cxnLst/>
              <a:rect r="r" b="b" t="t" l="l"/>
              <a:pathLst>
                <a:path h="28575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223C8A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10330" y="7589082"/>
            <a:ext cx="2924775" cy="28575"/>
            <a:chOff x="0" y="0"/>
            <a:chExt cx="2924772" cy="28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4810" cy="28575"/>
            </a:xfrm>
            <a:custGeom>
              <a:avLst/>
              <a:gdLst/>
              <a:ahLst/>
              <a:cxnLst/>
              <a:rect r="r" b="b" t="t" l="l"/>
              <a:pathLst>
                <a:path h="28575" w="2924810">
                  <a:moveTo>
                    <a:pt x="0" y="0"/>
                  </a:moveTo>
                  <a:lnTo>
                    <a:pt x="2924810" y="0"/>
                  </a:lnTo>
                  <a:lnTo>
                    <a:pt x="292481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223C8A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10330" y="5112582"/>
            <a:ext cx="2720130" cy="28575"/>
            <a:chOff x="0" y="0"/>
            <a:chExt cx="2720137" cy="285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49271" cy="28575"/>
            </a:xfrm>
            <a:custGeom>
              <a:avLst/>
              <a:gdLst/>
              <a:ahLst/>
              <a:cxnLst/>
              <a:rect r="r" b="b" t="t" l="l"/>
              <a:pathLst>
                <a:path h="28575" w="2549271">
                  <a:moveTo>
                    <a:pt x="0" y="0"/>
                  </a:moveTo>
                  <a:lnTo>
                    <a:pt x="0" y="28575"/>
                  </a:lnTo>
                  <a:lnTo>
                    <a:pt x="709803" y="28575"/>
                  </a:lnTo>
                  <a:lnTo>
                    <a:pt x="709803" y="0"/>
                  </a:lnTo>
                  <a:close/>
                  <a:moveTo>
                    <a:pt x="811276" y="0"/>
                  </a:moveTo>
                  <a:lnTo>
                    <a:pt x="811276" y="28575"/>
                  </a:lnTo>
                  <a:lnTo>
                    <a:pt x="2549271" y="28575"/>
                  </a:lnTo>
                  <a:lnTo>
                    <a:pt x="2549271" y="0"/>
                  </a:lnTo>
                  <a:close/>
                </a:path>
              </a:pathLst>
            </a:custGeom>
            <a:solidFill>
              <a:srgbClr val="223C8A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446827" y="3629854"/>
            <a:ext cx="2442315" cy="155572"/>
            <a:chOff x="0" y="0"/>
            <a:chExt cx="2442324" cy="1555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2003679" cy="28575"/>
            </a:xfrm>
            <a:custGeom>
              <a:avLst/>
              <a:gdLst/>
              <a:ahLst/>
              <a:cxnLst/>
              <a:rect r="r" b="b" t="t" l="l"/>
              <a:pathLst>
                <a:path h="28575" w="2003679">
                  <a:moveTo>
                    <a:pt x="0" y="0"/>
                  </a:moveTo>
                  <a:lnTo>
                    <a:pt x="0" y="28575"/>
                  </a:lnTo>
                  <a:lnTo>
                    <a:pt x="2003679" y="28575"/>
                  </a:lnTo>
                  <a:lnTo>
                    <a:pt x="2003679" y="0"/>
                  </a:lnTo>
                  <a:close/>
                </a:path>
              </a:pathLst>
            </a:custGeom>
            <a:solidFill>
              <a:srgbClr val="223C8A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237994" y="63500"/>
              <a:ext cx="140843" cy="28575"/>
            </a:xfrm>
            <a:custGeom>
              <a:avLst/>
              <a:gdLst/>
              <a:ahLst/>
              <a:cxnLst/>
              <a:rect r="r" b="b" t="t" l="l"/>
              <a:pathLst>
                <a:path h="28575" w="140843">
                  <a:moveTo>
                    <a:pt x="0" y="0"/>
                  </a:moveTo>
                  <a:lnTo>
                    <a:pt x="140843" y="0"/>
                  </a:lnTo>
                  <a:lnTo>
                    <a:pt x="140843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223C8A"/>
            </a:soli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0" y="1759782"/>
            <a:ext cx="5505745" cy="66675"/>
            <a:chOff x="0" y="0"/>
            <a:chExt cx="5505742" cy="666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05704" cy="66675"/>
            </a:xfrm>
            <a:custGeom>
              <a:avLst/>
              <a:gdLst/>
              <a:ahLst/>
              <a:cxnLst/>
              <a:rect r="r" b="b" t="t" l="l"/>
              <a:pathLst>
                <a:path h="66675" w="5505704">
                  <a:moveTo>
                    <a:pt x="0" y="0"/>
                  </a:moveTo>
                  <a:lnTo>
                    <a:pt x="0" y="66675"/>
                  </a:lnTo>
                  <a:lnTo>
                    <a:pt x="1051687" y="66675"/>
                  </a:lnTo>
                  <a:lnTo>
                    <a:pt x="1051687" y="0"/>
                  </a:lnTo>
                  <a:close/>
                  <a:moveTo>
                    <a:pt x="1253871" y="0"/>
                  </a:moveTo>
                  <a:lnTo>
                    <a:pt x="1253871" y="66675"/>
                  </a:lnTo>
                  <a:lnTo>
                    <a:pt x="5505704" y="66675"/>
                  </a:lnTo>
                  <a:lnTo>
                    <a:pt x="5505704" y="0"/>
                  </a:lnTo>
                  <a:close/>
                </a:path>
              </a:pathLst>
            </a:custGeom>
            <a:solidFill>
              <a:srgbClr val="223C8A"/>
            </a:solid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446827" y="6458779"/>
            <a:ext cx="4686643" cy="155572"/>
            <a:chOff x="0" y="0"/>
            <a:chExt cx="4686643" cy="1555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4471924" cy="28575"/>
            </a:xfrm>
            <a:custGeom>
              <a:avLst/>
              <a:gdLst/>
              <a:ahLst/>
              <a:cxnLst/>
              <a:rect r="r" b="b" t="t" l="l"/>
              <a:pathLst>
                <a:path h="28575" w="4471924">
                  <a:moveTo>
                    <a:pt x="0" y="0"/>
                  </a:moveTo>
                  <a:lnTo>
                    <a:pt x="0" y="28575"/>
                  </a:lnTo>
                  <a:lnTo>
                    <a:pt x="1653667" y="28575"/>
                  </a:lnTo>
                  <a:lnTo>
                    <a:pt x="1653667" y="0"/>
                  </a:lnTo>
                  <a:close/>
                  <a:moveTo>
                    <a:pt x="1780032" y="0"/>
                  </a:moveTo>
                  <a:lnTo>
                    <a:pt x="1780032" y="28575"/>
                  </a:lnTo>
                  <a:lnTo>
                    <a:pt x="2650236" y="28575"/>
                  </a:lnTo>
                  <a:lnTo>
                    <a:pt x="2650236" y="0"/>
                  </a:lnTo>
                  <a:close/>
                  <a:moveTo>
                    <a:pt x="2844419" y="0"/>
                  </a:moveTo>
                  <a:lnTo>
                    <a:pt x="2844419" y="28575"/>
                  </a:lnTo>
                  <a:lnTo>
                    <a:pt x="4471924" y="28575"/>
                  </a:lnTo>
                  <a:lnTo>
                    <a:pt x="4471924" y="0"/>
                  </a:lnTo>
                  <a:close/>
                </a:path>
              </a:pathLst>
            </a:custGeom>
            <a:solidFill>
              <a:srgbClr val="223C8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535424" y="63500"/>
              <a:ext cx="87630" cy="28575"/>
            </a:xfrm>
            <a:custGeom>
              <a:avLst/>
              <a:gdLst/>
              <a:ahLst/>
              <a:cxnLst/>
              <a:rect r="r" b="b" t="t" l="l"/>
              <a:pathLst>
                <a:path h="28575" w="87630">
                  <a:moveTo>
                    <a:pt x="0" y="0"/>
                  </a:moveTo>
                  <a:lnTo>
                    <a:pt x="87630" y="0"/>
                  </a:lnTo>
                  <a:lnTo>
                    <a:pt x="8763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7168953" y="1025595"/>
            <a:ext cx="3950046" cy="66675"/>
            <a:chOff x="0" y="0"/>
            <a:chExt cx="3950043" cy="666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50081" cy="66675"/>
            </a:xfrm>
            <a:custGeom>
              <a:avLst/>
              <a:gdLst/>
              <a:ahLst/>
              <a:cxnLst/>
              <a:rect r="r" b="b" t="t" l="l"/>
              <a:pathLst>
                <a:path h="66675" w="3950081">
                  <a:moveTo>
                    <a:pt x="0" y="0"/>
                  </a:moveTo>
                  <a:lnTo>
                    <a:pt x="3950081" y="0"/>
                  </a:lnTo>
                  <a:lnTo>
                    <a:pt x="3950081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8" id="28" descr="https://www.sih.gov.in/img1/SIH-Logo.png"/>
          <p:cNvSpPr/>
          <p:nvPr/>
        </p:nvSpPr>
        <p:spPr>
          <a:xfrm flipH="false" flipV="false" rot="0">
            <a:off x="15742263" y="28699"/>
            <a:ext cx="2467642" cy="1254281"/>
          </a:xfrm>
          <a:custGeom>
            <a:avLst/>
            <a:gdLst/>
            <a:ahLst/>
            <a:cxnLst/>
            <a:rect r="r" b="b" t="t" l="l"/>
            <a:pathLst>
              <a:path h="1254281" w="2467642">
                <a:moveTo>
                  <a:pt x="0" y="0"/>
                </a:moveTo>
                <a:lnTo>
                  <a:pt x="2467642" y="0"/>
                </a:lnTo>
                <a:lnTo>
                  <a:pt x="2467642" y="1254280"/>
                </a:lnTo>
                <a:lnTo>
                  <a:pt x="0" y="1254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9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768040" y="1282979"/>
            <a:ext cx="8105775" cy="8277225"/>
          </a:xfrm>
          <a:custGeom>
            <a:avLst/>
            <a:gdLst/>
            <a:ahLst/>
            <a:cxnLst/>
            <a:rect r="r" b="b" t="t" l="l"/>
            <a:pathLst>
              <a:path h="8277225" w="8105775">
                <a:moveTo>
                  <a:pt x="0" y="0"/>
                </a:moveTo>
                <a:lnTo>
                  <a:pt x="8105775" y="0"/>
                </a:lnTo>
                <a:lnTo>
                  <a:pt x="8105775" y="8277225"/>
                </a:lnTo>
                <a:lnTo>
                  <a:pt x="0" y="8277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67" t="0" r="-3178" b="-2991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4374" y="27137"/>
            <a:ext cx="1186548" cy="1186548"/>
          </a:xfrm>
          <a:custGeom>
            <a:avLst/>
            <a:gdLst/>
            <a:ahLst/>
            <a:cxnLst/>
            <a:rect r="r" b="b" t="t" l="l"/>
            <a:pathLst>
              <a:path h="1186548" w="1186548">
                <a:moveTo>
                  <a:pt x="0" y="0"/>
                </a:moveTo>
                <a:lnTo>
                  <a:pt x="1186548" y="0"/>
                </a:lnTo>
                <a:lnTo>
                  <a:pt x="1186548" y="1186548"/>
                </a:lnTo>
                <a:lnTo>
                  <a:pt x="0" y="1186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198006" y="130759"/>
            <a:ext cx="979294" cy="979294"/>
            <a:chOff x="0" y="0"/>
            <a:chExt cx="1305725" cy="13057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05814" cy="1305814"/>
            </a:xfrm>
            <a:custGeom>
              <a:avLst/>
              <a:gdLst/>
              <a:ahLst/>
              <a:cxnLst/>
              <a:rect r="r" b="b" t="t" l="l"/>
              <a:pathLst>
                <a:path h="1305814" w="1305814">
                  <a:moveTo>
                    <a:pt x="652907" y="0"/>
                  </a:moveTo>
                  <a:cubicBezTo>
                    <a:pt x="292354" y="0"/>
                    <a:pt x="0" y="292354"/>
                    <a:pt x="0" y="652907"/>
                  </a:cubicBezTo>
                  <a:cubicBezTo>
                    <a:pt x="0" y="1013460"/>
                    <a:pt x="292354" y="1305814"/>
                    <a:pt x="652907" y="1305814"/>
                  </a:cubicBezTo>
                  <a:cubicBezTo>
                    <a:pt x="1013460" y="1305814"/>
                    <a:pt x="1305814" y="1013460"/>
                    <a:pt x="1305814" y="652907"/>
                  </a:cubicBezTo>
                  <a:cubicBezTo>
                    <a:pt x="1305814" y="292354"/>
                    <a:pt x="1013460" y="0"/>
                    <a:pt x="652907" y="0"/>
                  </a:cubicBezTo>
                  <a:close/>
                </a:path>
              </a:pathLst>
            </a:custGeom>
            <a:blipFill>
              <a:blip r:embed="rId6"/>
              <a:stretch>
                <a:fillRect l="-39034" t="-36637" r="-39212" b="-41608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7748618" y="9999526"/>
            <a:ext cx="129683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0" y="1338891"/>
            <a:ext cx="5615826" cy="69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5508">
                <a:solidFill>
                  <a:srgbClr val="223C8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Proposed Solution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33505" y="1682010"/>
            <a:ext cx="77238" cy="69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62"/>
              </a:lnSpc>
            </a:pPr>
            <a:r>
              <a:rPr lang="en-US" sz="238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0" y="1977285"/>
            <a:ext cx="9396536" cy="395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8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Acentralized, AI-powered platformthatstreamlines civic issue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0" y="2339235"/>
            <a:ext cx="9396517" cy="75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8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reporting and resolutionby connectingcitizens directly with the relevant government departments.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10330" y="3400311"/>
            <a:ext cx="8876033" cy="643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1"/>
              </a:lnSpc>
            </a:pPr>
            <a:r>
              <a:rPr lang="en-US" b="true" sz="2364">
                <a:solidFill>
                  <a:srgbClr val="223C8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AI-Driven Triag</a:t>
            </a:r>
            <a:r>
              <a:rPr lang="en-US" b="true" sz="2364">
                <a:solidFill>
                  <a:srgbClr val="223C8A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e</a:t>
            </a:r>
            <a:r>
              <a:rPr lang="en-US" b="true" sz="2364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:</a:t>
            </a:r>
            <a:r>
              <a:rPr lang="en-US" sz="236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Automatically categorizes and routes issues (potholes, garbage, etc.) to the correct department (RMC, Electrical Wing, etc.) using image recognition and geo-tagging. </a:t>
            </a:r>
            <a:r>
              <a:rPr lang="en-US" b="true" sz="2364">
                <a:solidFill>
                  <a:srgbClr val="223C8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Transparent Tracking</a:t>
            </a:r>
            <a:r>
              <a:rPr lang="en-US" b="true" sz="2364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  <a:r>
              <a:rPr lang="en-US" sz="236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Provides citizens with a unique Complaint ID and real-time status updates (Pending, In-Progress, Resolved) via an intuitive dashboard. </a:t>
            </a:r>
            <a:r>
              <a:rPr lang="en-US" b="true" sz="2364">
                <a:solidFill>
                  <a:srgbClr val="223C8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Accountability through Escalation</a:t>
            </a:r>
            <a:r>
              <a:rPr lang="en-US" b="true" sz="2364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:</a:t>
            </a:r>
            <a:r>
              <a:rPr lang="en-US" sz="236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Ensures timely resolution by automatically escalating unresolved issues to higher authorities. </a:t>
            </a:r>
            <a:r>
              <a:rPr lang="en-US" b="true" sz="2364">
                <a:solidFill>
                  <a:srgbClr val="223C8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Inclusive &amp; Scalable</a:t>
            </a:r>
            <a:r>
              <a:rPr lang="en-US" b="true" sz="2364">
                <a:solidFill>
                  <a:srgbClr val="223C8A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:</a:t>
            </a:r>
            <a:r>
              <a:rPr lang="en-US" sz="236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Designed for both urban and rural communities with a multi-lingual, user-friendly interface to maximize citizen engagement. </a:t>
            </a:r>
            <a:r>
              <a:rPr lang="en-US" b="true" sz="2364">
                <a:solidFill>
                  <a:srgbClr val="223C8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Data-Driven Governance</a:t>
            </a:r>
            <a:r>
              <a:rPr lang="en-US" b="true" sz="2364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:</a:t>
            </a:r>
            <a:r>
              <a:rPr lang="en-US" sz="236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Offers analytics and heatmaps to authorities for predictive maintenance and efficient resource allocation, fostering sustainable urban development.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68953" y="301057"/>
            <a:ext cx="4029046" cy="95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54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SAATHI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243683" y="985838"/>
            <a:ext cx="9762382" cy="47625"/>
            <a:chOff x="0" y="0"/>
            <a:chExt cx="9762376" cy="47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62363" cy="47625"/>
            </a:xfrm>
            <a:custGeom>
              <a:avLst/>
              <a:gdLst/>
              <a:ahLst/>
              <a:cxnLst/>
              <a:rect r="r" b="b" t="t" l="l"/>
              <a:pathLst>
                <a:path h="47625" w="9762363">
                  <a:moveTo>
                    <a:pt x="0" y="0"/>
                  </a:moveTo>
                  <a:lnTo>
                    <a:pt x="9762363" y="0"/>
                  </a:lnTo>
                  <a:lnTo>
                    <a:pt x="9762363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4" id="4" descr="https://www.sih.gov.in/img1/SIH-Logo.png"/>
          <p:cNvSpPr/>
          <p:nvPr/>
        </p:nvSpPr>
        <p:spPr>
          <a:xfrm flipH="false" flipV="false" rot="0">
            <a:off x="15513263" y="0"/>
            <a:ext cx="2774709" cy="1410367"/>
          </a:xfrm>
          <a:custGeom>
            <a:avLst/>
            <a:gdLst/>
            <a:ahLst/>
            <a:cxnLst/>
            <a:rect r="r" b="b" t="t" l="l"/>
            <a:pathLst>
              <a:path h="1410367" w="2774709">
                <a:moveTo>
                  <a:pt x="0" y="0"/>
                </a:moveTo>
                <a:lnTo>
                  <a:pt x="2774708" y="0"/>
                </a:lnTo>
                <a:lnTo>
                  <a:pt x="2774708" y="1410367"/>
                </a:lnTo>
                <a:lnTo>
                  <a:pt x="0" y="1410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838" y="109985"/>
            <a:ext cx="1173670" cy="1173670"/>
          </a:xfrm>
          <a:custGeom>
            <a:avLst/>
            <a:gdLst/>
            <a:ahLst/>
            <a:cxnLst/>
            <a:rect r="r" b="b" t="t" l="l"/>
            <a:pathLst>
              <a:path h="1173670" w="1173670">
                <a:moveTo>
                  <a:pt x="0" y="0"/>
                </a:moveTo>
                <a:lnTo>
                  <a:pt x="1173670" y="0"/>
                </a:lnTo>
                <a:lnTo>
                  <a:pt x="1173670" y="1173671"/>
                </a:lnTo>
                <a:lnTo>
                  <a:pt x="0" y="11736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621072" y="8876286"/>
            <a:ext cx="967388" cy="967388"/>
            <a:chOff x="0" y="0"/>
            <a:chExt cx="1289850" cy="12898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9812" cy="1289812"/>
            </a:xfrm>
            <a:custGeom>
              <a:avLst/>
              <a:gdLst/>
              <a:ahLst/>
              <a:cxnLst/>
              <a:rect r="r" b="b" t="t" l="l"/>
              <a:pathLst>
                <a:path h="1289812" w="1289812">
                  <a:moveTo>
                    <a:pt x="644906" y="0"/>
                  </a:moveTo>
                  <a:cubicBezTo>
                    <a:pt x="288798" y="0"/>
                    <a:pt x="0" y="288798"/>
                    <a:pt x="0" y="644906"/>
                  </a:cubicBezTo>
                  <a:cubicBezTo>
                    <a:pt x="0" y="1001014"/>
                    <a:pt x="288798" y="1289812"/>
                    <a:pt x="644906" y="1289812"/>
                  </a:cubicBezTo>
                  <a:cubicBezTo>
                    <a:pt x="1001014" y="1289812"/>
                    <a:pt x="1289812" y="1001014"/>
                    <a:pt x="1289812" y="644906"/>
                  </a:cubicBezTo>
                  <a:cubicBezTo>
                    <a:pt x="1289812" y="288798"/>
                    <a:pt x="1001141" y="0"/>
                    <a:pt x="644906" y="0"/>
                  </a:cubicBezTo>
                  <a:close/>
                </a:path>
              </a:pathLst>
            </a:custGeom>
            <a:blipFill>
              <a:blip r:embed="rId5"/>
              <a:stretch>
                <a:fillRect l="-39038" t="-36641" r="-39226" b="-41622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3350390" y="8323897"/>
            <a:ext cx="895150" cy="542887"/>
            <a:chOff x="0" y="0"/>
            <a:chExt cx="895147" cy="5428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5350" cy="542925"/>
            </a:xfrm>
            <a:custGeom>
              <a:avLst/>
              <a:gdLst/>
              <a:ahLst/>
              <a:cxnLst/>
              <a:rect r="r" b="b" t="t" l="l"/>
              <a:pathLst>
                <a:path h="542925" w="895350">
                  <a:moveTo>
                    <a:pt x="211201" y="141605"/>
                  </a:moveTo>
                  <a:lnTo>
                    <a:pt x="380111" y="141605"/>
                  </a:lnTo>
                  <a:lnTo>
                    <a:pt x="380111" y="155067"/>
                  </a:lnTo>
                  <a:lnTo>
                    <a:pt x="226695" y="155067"/>
                  </a:lnTo>
                  <a:lnTo>
                    <a:pt x="226695" y="256540"/>
                  </a:lnTo>
                  <a:lnTo>
                    <a:pt x="370967" y="256540"/>
                  </a:lnTo>
                  <a:lnTo>
                    <a:pt x="370967" y="270002"/>
                  </a:lnTo>
                  <a:lnTo>
                    <a:pt x="226695" y="270002"/>
                  </a:lnTo>
                  <a:lnTo>
                    <a:pt x="226695" y="381508"/>
                  </a:lnTo>
                  <a:lnTo>
                    <a:pt x="381762" y="381508"/>
                  </a:lnTo>
                  <a:lnTo>
                    <a:pt x="381762" y="394970"/>
                  </a:lnTo>
                  <a:lnTo>
                    <a:pt x="211201" y="394970"/>
                  </a:lnTo>
                  <a:lnTo>
                    <a:pt x="211201" y="141605"/>
                  </a:lnTo>
                  <a:lnTo>
                    <a:pt x="211201" y="141605"/>
                  </a:lnTo>
                  <a:close/>
                  <a:moveTo>
                    <a:pt x="395224" y="141605"/>
                  </a:moveTo>
                  <a:lnTo>
                    <a:pt x="413131" y="141605"/>
                  </a:lnTo>
                  <a:lnTo>
                    <a:pt x="492633" y="253111"/>
                  </a:lnTo>
                  <a:lnTo>
                    <a:pt x="573913" y="141605"/>
                  </a:lnTo>
                  <a:lnTo>
                    <a:pt x="684403" y="0"/>
                  </a:lnTo>
                  <a:lnTo>
                    <a:pt x="502793" y="264795"/>
                  </a:lnTo>
                  <a:lnTo>
                    <a:pt x="596392" y="395097"/>
                  </a:lnTo>
                  <a:lnTo>
                    <a:pt x="577723" y="395097"/>
                  </a:lnTo>
                  <a:lnTo>
                    <a:pt x="492633" y="276479"/>
                  </a:lnTo>
                  <a:lnTo>
                    <a:pt x="407162" y="395097"/>
                  </a:lnTo>
                  <a:lnTo>
                    <a:pt x="388874" y="395097"/>
                  </a:lnTo>
                  <a:lnTo>
                    <a:pt x="483108" y="264795"/>
                  </a:lnTo>
                  <a:lnTo>
                    <a:pt x="395224" y="141605"/>
                  </a:lnTo>
                  <a:close/>
                  <a:moveTo>
                    <a:pt x="603123" y="155067"/>
                  </a:moveTo>
                  <a:lnTo>
                    <a:pt x="603123" y="141605"/>
                  </a:lnTo>
                  <a:lnTo>
                    <a:pt x="795401" y="141605"/>
                  </a:lnTo>
                  <a:lnTo>
                    <a:pt x="795401" y="155067"/>
                  </a:lnTo>
                  <a:lnTo>
                    <a:pt x="706755" y="155067"/>
                  </a:lnTo>
                  <a:lnTo>
                    <a:pt x="706755" y="395097"/>
                  </a:lnTo>
                  <a:lnTo>
                    <a:pt x="691388" y="395097"/>
                  </a:lnTo>
                  <a:lnTo>
                    <a:pt x="691388" y="155067"/>
                  </a:lnTo>
                  <a:lnTo>
                    <a:pt x="603123" y="155067"/>
                  </a:lnTo>
                  <a:lnTo>
                    <a:pt x="603123" y="155067"/>
                  </a:lnTo>
                  <a:close/>
                  <a:moveTo>
                    <a:pt x="0" y="141605"/>
                  </a:moveTo>
                  <a:lnTo>
                    <a:pt x="19304" y="141605"/>
                  </a:lnTo>
                  <a:lnTo>
                    <a:pt x="286004" y="542925"/>
                  </a:lnTo>
                  <a:lnTo>
                    <a:pt x="175768" y="395097"/>
                  </a:lnTo>
                  <a:lnTo>
                    <a:pt x="16129" y="160782"/>
                  </a:lnTo>
                  <a:lnTo>
                    <a:pt x="15494" y="395097"/>
                  </a:lnTo>
                  <a:lnTo>
                    <a:pt x="0" y="395097"/>
                  </a:lnTo>
                  <a:lnTo>
                    <a:pt x="0" y="141605"/>
                  </a:lnTo>
                  <a:lnTo>
                    <a:pt x="0" y="141605"/>
                  </a:lnTo>
                  <a:close/>
                  <a:moveTo>
                    <a:pt x="793877" y="377571"/>
                  </a:moveTo>
                  <a:cubicBezTo>
                    <a:pt x="790702" y="377571"/>
                    <a:pt x="788289" y="375031"/>
                    <a:pt x="788289" y="371856"/>
                  </a:cubicBezTo>
                  <a:cubicBezTo>
                    <a:pt x="788289" y="368681"/>
                    <a:pt x="790702" y="366268"/>
                    <a:pt x="793877" y="366268"/>
                  </a:cubicBezTo>
                  <a:cubicBezTo>
                    <a:pt x="797052" y="366268"/>
                    <a:pt x="799465" y="368681"/>
                    <a:pt x="799465" y="371856"/>
                  </a:cubicBezTo>
                  <a:cubicBezTo>
                    <a:pt x="799465" y="375031"/>
                    <a:pt x="797179" y="377571"/>
                    <a:pt x="793877" y="377571"/>
                  </a:cubicBezTo>
                  <a:close/>
                  <a:moveTo>
                    <a:pt x="809117" y="362712"/>
                  </a:moveTo>
                  <a:lnTo>
                    <a:pt x="817372" y="362712"/>
                  </a:lnTo>
                  <a:cubicBezTo>
                    <a:pt x="817499" y="367284"/>
                    <a:pt x="820801" y="370205"/>
                    <a:pt x="825627" y="370205"/>
                  </a:cubicBezTo>
                  <a:cubicBezTo>
                    <a:pt x="830961" y="370205"/>
                    <a:pt x="834009" y="366903"/>
                    <a:pt x="834009" y="360807"/>
                  </a:cubicBezTo>
                  <a:lnTo>
                    <a:pt x="834009" y="322199"/>
                  </a:lnTo>
                  <a:lnTo>
                    <a:pt x="842391" y="322199"/>
                  </a:lnTo>
                  <a:lnTo>
                    <a:pt x="842391" y="360934"/>
                  </a:lnTo>
                  <a:cubicBezTo>
                    <a:pt x="842391" y="371856"/>
                    <a:pt x="836041" y="378206"/>
                    <a:pt x="825627" y="378206"/>
                  </a:cubicBezTo>
                  <a:cubicBezTo>
                    <a:pt x="815848" y="378206"/>
                    <a:pt x="808990" y="372110"/>
                    <a:pt x="808990" y="362712"/>
                  </a:cubicBezTo>
                  <a:close/>
                  <a:moveTo>
                    <a:pt x="853567" y="362204"/>
                  </a:moveTo>
                  <a:lnTo>
                    <a:pt x="861949" y="362204"/>
                  </a:lnTo>
                  <a:cubicBezTo>
                    <a:pt x="862711" y="367411"/>
                    <a:pt x="867664" y="370713"/>
                    <a:pt x="875030" y="370713"/>
                  </a:cubicBezTo>
                  <a:cubicBezTo>
                    <a:pt x="881761" y="370713"/>
                    <a:pt x="886714" y="367157"/>
                    <a:pt x="886714" y="362331"/>
                  </a:cubicBezTo>
                  <a:cubicBezTo>
                    <a:pt x="886714" y="358140"/>
                    <a:pt x="883539" y="355600"/>
                    <a:pt x="876427" y="353949"/>
                  </a:cubicBezTo>
                  <a:lnTo>
                    <a:pt x="869442" y="352298"/>
                  </a:lnTo>
                  <a:cubicBezTo>
                    <a:pt x="859663" y="350012"/>
                    <a:pt x="855091" y="345186"/>
                    <a:pt x="855091" y="337185"/>
                  </a:cubicBezTo>
                  <a:cubicBezTo>
                    <a:pt x="855091" y="327406"/>
                    <a:pt x="862965" y="320929"/>
                    <a:pt x="874903" y="320929"/>
                  </a:cubicBezTo>
                  <a:cubicBezTo>
                    <a:pt x="885952" y="320929"/>
                    <a:pt x="893953" y="327406"/>
                    <a:pt x="894461" y="336550"/>
                  </a:cubicBezTo>
                  <a:lnTo>
                    <a:pt x="886206" y="336550"/>
                  </a:lnTo>
                  <a:cubicBezTo>
                    <a:pt x="885444" y="331470"/>
                    <a:pt x="880999" y="328422"/>
                    <a:pt x="874776" y="328422"/>
                  </a:cubicBezTo>
                  <a:cubicBezTo>
                    <a:pt x="868172" y="328422"/>
                    <a:pt x="863727" y="331597"/>
                    <a:pt x="863727" y="336550"/>
                  </a:cubicBezTo>
                  <a:cubicBezTo>
                    <a:pt x="863727" y="340487"/>
                    <a:pt x="866648" y="342646"/>
                    <a:pt x="873633" y="344297"/>
                  </a:cubicBezTo>
                  <a:lnTo>
                    <a:pt x="879602" y="345821"/>
                  </a:lnTo>
                  <a:cubicBezTo>
                    <a:pt x="890778" y="348488"/>
                    <a:pt x="895350" y="352933"/>
                    <a:pt x="895350" y="361188"/>
                  </a:cubicBezTo>
                  <a:cubicBezTo>
                    <a:pt x="895350" y="371602"/>
                    <a:pt x="887349" y="378206"/>
                    <a:pt x="874395" y="378206"/>
                  </a:cubicBezTo>
                  <a:cubicBezTo>
                    <a:pt x="862330" y="378206"/>
                    <a:pt x="854202" y="371983"/>
                    <a:pt x="853694" y="3622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795015" y="6935181"/>
            <a:ext cx="628650" cy="895350"/>
          </a:xfrm>
          <a:custGeom>
            <a:avLst/>
            <a:gdLst/>
            <a:ahLst/>
            <a:cxnLst/>
            <a:rect r="r" b="b" t="t" l="l"/>
            <a:pathLst>
              <a:path h="895350" w="628650">
                <a:moveTo>
                  <a:pt x="0" y="0"/>
                </a:moveTo>
                <a:lnTo>
                  <a:pt x="628650" y="0"/>
                </a:lnTo>
                <a:lnTo>
                  <a:pt x="6286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920900" y="6852133"/>
            <a:ext cx="1152525" cy="1152525"/>
          </a:xfrm>
          <a:custGeom>
            <a:avLst/>
            <a:gdLst/>
            <a:ahLst/>
            <a:cxnLst/>
            <a:rect r="r" b="b" t="t" l="l"/>
            <a:pathLst>
              <a:path h="1152525" w="1152525">
                <a:moveTo>
                  <a:pt x="0" y="0"/>
                </a:moveTo>
                <a:lnTo>
                  <a:pt x="1152525" y="0"/>
                </a:lnTo>
                <a:lnTo>
                  <a:pt x="1152525" y="1152525"/>
                </a:lnTo>
                <a:lnTo>
                  <a:pt x="0" y="1152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5070053" y="7052862"/>
            <a:ext cx="941070" cy="840743"/>
            <a:chOff x="0" y="0"/>
            <a:chExt cx="941070" cy="8407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1197" cy="840740"/>
            </a:xfrm>
            <a:custGeom>
              <a:avLst/>
              <a:gdLst/>
              <a:ahLst/>
              <a:cxnLst/>
              <a:rect r="r" b="b" t="t" l="l"/>
              <a:pathLst>
                <a:path h="840740" w="941197">
                  <a:moveTo>
                    <a:pt x="471043" y="162052"/>
                  </a:moveTo>
                  <a:cubicBezTo>
                    <a:pt x="489585" y="182245"/>
                    <a:pt x="508127" y="204724"/>
                    <a:pt x="526415" y="229235"/>
                  </a:cubicBezTo>
                  <a:cubicBezTo>
                    <a:pt x="508000" y="228346"/>
                    <a:pt x="489331" y="227965"/>
                    <a:pt x="470535" y="227965"/>
                  </a:cubicBezTo>
                  <a:cubicBezTo>
                    <a:pt x="451993" y="227965"/>
                    <a:pt x="433451" y="228346"/>
                    <a:pt x="415163" y="229235"/>
                  </a:cubicBezTo>
                  <a:cubicBezTo>
                    <a:pt x="433451" y="204978"/>
                    <a:pt x="452120" y="182499"/>
                    <a:pt x="471043" y="162179"/>
                  </a:cubicBezTo>
                  <a:close/>
                  <a:moveTo>
                    <a:pt x="278638" y="41148"/>
                  </a:moveTo>
                  <a:cubicBezTo>
                    <a:pt x="314960" y="41148"/>
                    <a:pt x="370713" y="68326"/>
                    <a:pt x="428752" y="120015"/>
                  </a:cubicBezTo>
                  <a:cubicBezTo>
                    <a:pt x="433451" y="124206"/>
                    <a:pt x="438150" y="128524"/>
                    <a:pt x="442849" y="133096"/>
                  </a:cubicBezTo>
                  <a:cubicBezTo>
                    <a:pt x="415544" y="162560"/>
                    <a:pt x="388493" y="196088"/>
                    <a:pt x="362712" y="232664"/>
                  </a:cubicBezTo>
                  <a:cubicBezTo>
                    <a:pt x="318389" y="236728"/>
                    <a:pt x="276098" y="243459"/>
                    <a:pt x="237109" y="252222"/>
                  </a:cubicBezTo>
                  <a:cubicBezTo>
                    <a:pt x="234696" y="242316"/>
                    <a:pt x="232537" y="232664"/>
                    <a:pt x="230632" y="223139"/>
                  </a:cubicBezTo>
                  <a:lnTo>
                    <a:pt x="230632" y="223139"/>
                  </a:lnTo>
                  <a:cubicBezTo>
                    <a:pt x="212979" y="132334"/>
                    <a:pt x="224663" y="63881"/>
                    <a:pt x="254254" y="46736"/>
                  </a:cubicBezTo>
                  <a:cubicBezTo>
                    <a:pt x="260858" y="42926"/>
                    <a:pt x="268986" y="41021"/>
                    <a:pt x="278638" y="41021"/>
                  </a:cubicBezTo>
                  <a:close/>
                  <a:moveTo>
                    <a:pt x="661670" y="40259"/>
                  </a:moveTo>
                  <a:cubicBezTo>
                    <a:pt x="670814" y="40259"/>
                    <a:pt x="678561" y="42037"/>
                    <a:pt x="684784" y="45593"/>
                  </a:cubicBezTo>
                  <a:lnTo>
                    <a:pt x="684784" y="45593"/>
                  </a:lnTo>
                  <a:cubicBezTo>
                    <a:pt x="716280" y="63881"/>
                    <a:pt x="728599" y="137414"/>
                    <a:pt x="708787" y="233934"/>
                  </a:cubicBezTo>
                  <a:cubicBezTo>
                    <a:pt x="707517" y="240030"/>
                    <a:pt x="706120" y="246380"/>
                    <a:pt x="704596" y="252730"/>
                  </a:cubicBezTo>
                  <a:cubicBezTo>
                    <a:pt x="665607" y="243713"/>
                    <a:pt x="623189" y="236982"/>
                    <a:pt x="578739" y="232791"/>
                  </a:cubicBezTo>
                  <a:cubicBezTo>
                    <a:pt x="552831" y="195834"/>
                    <a:pt x="526034" y="162179"/>
                    <a:pt x="499110" y="133096"/>
                  </a:cubicBezTo>
                  <a:cubicBezTo>
                    <a:pt x="506349" y="126111"/>
                    <a:pt x="513588" y="119507"/>
                    <a:pt x="520700" y="113157"/>
                  </a:cubicBezTo>
                  <a:cubicBezTo>
                    <a:pt x="575564" y="65278"/>
                    <a:pt x="627507" y="40259"/>
                    <a:pt x="661543" y="40259"/>
                  </a:cubicBezTo>
                  <a:close/>
                  <a:moveTo>
                    <a:pt x="333248" y="276606"/>
                  </a:moveTo>
                  <a:cubicBezTo>
                    <a:pt x="323342" y="292100"/>
                    <a:pt x="313690" y="307975"/>
                    <a:pt x="304419" y="324231"/>
                  </a:cubicBezTo>
                  <a:lnTo>
                    <a:pt x="304419" y="324231"/>
                  </a:lnTo>
                  <a:cubicBezTo>
                    <a:pt x="295148" y="340487"/>
                    <a:pt x="286258" y="356743"/>
                    <a:pt x="277876" y="373126"/>
                  </a:cubicBezTo>
                  <a:cubicBezTo>
                    <a:pt x="266192" y="345186"/>
                    <a:pt x="256159" y="317881"/>
                    <a:pt x="248031" y="291338"/>
                  </a:cubicBezTo>
                  <a:cubicBezTo>
                    <a:pt x="274828" y="285369"/>
                    <a:pt x="303530" y="280416"/>
                    <a:pt x="333375" y="276606"/>
                  </a:cubicBezTo>
                  <a:close/>
                  <a:moveTo>
                    <a:pt x="607949" y="276733"/>
                  </a:moveTo>
                  <a:cubicBezTo>
                    <a:pt x="637921" y="280543"/>
                    <a:pt x="666750" y="285623"/>
                    <a:pt x="693801" y="291846"/>
                  </a:cubicBezTo>
                  <a:cubicBezTo>
                    <a:pt x="685673" y="318008"/>
                    <a:pt x="675640" y="345186"/>
                    <a:pt x="663702" y="373253"/>
                  </a:cubicBezTo>
                  <a:cubicBezTo>
                    <a:pt x="655193" y="356997"/>
                    <a:pt x="646176" y="340614"/>
                    <a:pt x="636651" y="324104"/>
                  </a:cubicBezTo>
                  <a:cubicBezTo>
                    <a:pt x="627380" y="307975"/>
                    <a:pt x="617855" y="292227"/>
                    <a:pt x="608076" y="276860"/>
                  </a:cubicBezTo>
                  <a:close/>
                  <a:moveTo>
                    <a:pt x="470535" y="335153"/>
                  </a:moveTo>
                  <a:lnTo>
                    <a:pt x="470535" y="335153"/>
                  </a:lnTo>
                  <a:cubicBezTo>
                    <a:pt x="424180" y="335153"/>
                    <a:pt x="386461" y="372872"/>
                    <a:pt x="386461" y="419481"/>
                  </a:cubicBezTo>
                  <a:cubicBezTo>
                    <a:pt x="386461" y="466090"/>
                    <a:pt x="424053" y="503809"/>
                    <a:pt x="470535" y="503809"/>
                  </a:cubicBezTo>
                  <a:cubicBezTo>
                    <a:pt x="517017" y="503809"/>
                    <a:pt x="554609" y="465963"/>
                    <a:pt x="554609" y="419481"/>
                  </a:cubicBezTo>
                  <a:cubicBezTo>
                    <a:pt x="554609" y="372999"/>
                    <a:pt x="517017" y="335153"/>
                    <a:pt x="470535" y="335153"/>
                  </a:cubicBezTo>
                  <a:close/>
                  <a:moveTo>
                    <a:pt x="732663" y="301752"/>
                  </a:moveTo>
                  <a:cubicBezTo>
                    <a:pt x="742315" y="304546"/>
                    <a:pt x="751586" y="307467"/>
                    <a:pt x="760603" y="310642"/>
                  </a:cubicBezTo>
                  <a:cubicBezTo>
                    <a:pt x="847725" y="340741"/>
                    <a:pt x="900811" y="385318"/>
                    <a:pt x="900811" y="419608"/>
                  </a:cubicBezTo>
                  <a:cubicBezTo>
                    <a:pt x="900811" y="456057"/>
                    <a:pt x="843407" y="503555"/>
                    <a:pt x="750316" y="534543"/>
                  </a:cubicBezTo>
                  <a:cubicBezTo>
                    <a:pt x="745109" y="536194"/>
                    <a:pt x="739902" y="537845"/>
                    <a:pt x="734568" y="539496"/>
                  </a:cubicBezTo>
                  <a:cubicBezTo>
                    <a:pt x="722630" y="501650"/>
                    <a:pt x="706628" y="461391"/>
                    <a:pt x="686943" y="419735"/>
                  </a:cubicBezTo>
                  <a:cubicBezTo>
                    <a:pt x="705739" y="379095"/>
                    <a:pt x="721106" y="339344"/>
                    <a:pt x="732790" y="301752"/>
                  </a:cubicBezTo>
                  <a:close/>
                  <a:moveTo>
                    <a:pt x="208915" y="301117"/>
                  </a:moveTo>
                  <a:cubicBezTo>
                    <a:pt x="220726" y="339598"/>
                    <a:pt x="236093" y="379857"/>
                    <a:pt x="254762" y="420497"/>
                  </a:cubicBezTo>
                  <a:cubicBezTo>
                    <a:pt x="235839" y="461772"/>
                    <a:pt x="220218" y="502666"/>
                    <a:pt x="208280" y="541528"/>
                  </a:cubicBezTo>
                  <a:cubicBezTo>
                    <a:pt x="200279" y="539242"/>
                    <a:pt x="192532" y="536829"/>
                    <a:pt x="185039" y="534162"/>
                  </a:cubicBezTo>
                  <a:lnTo>
                    <a:pt x="185039" y="534162"/>
                  </a:lnTo>
                  <a:cubicBezTo>
                    <a:pt x="139192" y="518414"/>
                    <a:pt x="101219" y="497967"/>
                    <a:pt x="75311" y="475615"/>
                  </a:cubicBezTo>
                  <a:cubicBezTo>
                    <a:pt x="51943" y="455549"/>
                    <a:pt x="40132" y="435610"/>
                    <a:pt x="40132" y="419481"/>
                  </a:cubicBezTo>
                  <a:cubicBezTo>
                    <a:pt x="40132" y="385064"/>
                    <a:pt x="91186" y="341122"/>
                    <a:pt x="176403" y="311404"/>
                  </a:cubicBezTo>
                  <a:cubicBezTo>
                    <a:pt x="186690" y="307721"/>
                    <a:pt x="197612" y="304419"/>
                    <a:pt x="208788" y="301117"/>
                  </a:cubicBezTo>
                  <a:close/>
                  <a:moveTo>
                    <a:pt x="663956" y="466598"/>
                  </a:moveTo>
                  <a:cubicBezTo>
                    <a:pt x="676529" y="495427"/>
                    <a:pt x="687197" y="523240"/>
                    <a:pt x="695579" y="549783"/>
                  </a:cubicBezTo>
                  <a:cubicBezTo>
                    <a:pt x="668274" y="556006"/>
                    <a:pt x="638810" y="561086"/>
                    <a:pt x="607822" y="564769"/>
                  </a:cubicBezTo>
                  <a:cubicBezTo>
                    <a:pt x="617601" y="549275"/>
                    <a:pt x="627253" y="533146"/>
                    <a:pt x="636778" y="516636"/>
                  </a:cubicBezTo>
                  <a:cubicBezTo>
                    <a:pt x="646430" y="499999"/>
                    <a:pt x="655447" y="483235"/>
                    <a:pt x="664083" y="466598"/>
                  </a:cubicBezTo>
                  <a:close/>
                  <a:moveTo>
                    <a:pt x="277876" y="467995"/>
                  </a:moveTo>
                  <a:cubicBezTo>
                    <a:pt x="286258" y="484378"/>
                    <a:pt x="295148" y="500634"/>
                    <a:pt x="304546" y="516890"/>
                  </a:cubicBezTo>
                  <a:lnTo>
                    <a:pt x="304546" y="516890"/>
                  </a:lnTo>
                  <a:cubicBezTo>
                    <a:pt x="314071" y="533400"/>
                    <a:pt x="323977" y="549656"/>
                    <a:pt x="334137" y="565404"/>
                  </a:cubicBezTo>
                  <a:cubicBezTo>
                    <a:pt x="303276" y="561975"/>
                    <a:pt x="274193" y="557276"/>
                    <a:pt x="247396" y="551434"/>
                  </a:cubicBezTo>
                  <a:cubicBezTo>
                    <a:pt x="255651" y="524510"/>
                    <a:pt x="265938" y="496570"/>
                    <a:pt x="277876" y="467995"/>
                  </a:cubicBezTo>
                  <a:close/>
                  <a:moveTo>
                    <a:pt x="470535" y="268224"/>
                  </a:moveTo>
                  <a:cubicBezTo>
                    <a:pt x="499745" y="268224"/>
                    <a:pt x="528447" y="269367"/>
                    <a:pt x="556387" y="271526"/>
                  </a:cubicBezTo>
                  <a:cubicBezTo>
                    <a:pt x="572008" y="294640"/>
                    <a:pt x="587121" y="318897"/>
                    <a:pt x="601726" y="344170"/>
                  </a:cubicBezTo>
                  <a:cubicBezTo>
                    <a:pt x="616458" y="369824"/>
                    <a:pt x="630047" y="395097"/>
                    <a:pt x="642239" y="419989"/>
                  </a:cubicBezTo>
                  <a:cubicBezTo>
                    <a:pt x="630047" y="445262"/>
                    <a:pt x="616458" y="470916"/>
                    <a:pt x="601853" y="496443"/>
                  </a:cubicBezTo>
                  <a:cubicBezTo>
                    <a:pt x="587248" y="521970"/>
                    <a:pt x="572008" y="546481"/>
                    <a:pt x="556768" y="569595"/>
                  </a:cubicBezTo>
                  <a:cubicBezTo>
                    <a:pt x="528828" y="571627"/>
                    <a:pt x="499999" y="572643"/>
                    <a:pt x="470662" y="572643"/>
                  </a:cubicBezTo>
                  <a:cubicBezTo>
                    <a:pt x="441325" y="572643"/>
                    <a:pt x="412877" y="571754"/>
                    <a:pt x="385445" y="569976"/>
                  </a:cubicBezTo>
                  <a:cubicBezTo>
                    <a:pt x="369443" y="546608"/>
                    <a:pt x="354076" y="522097"/>
                    <a:pt x="339471" y="496697"/>
                  </a:cubicBezTo>
                  <a:lnTo>
                    <a:pt x="339471" y="496697"/>
                  </a:lnTo>
                  <a:cubicBezTo>
                    <a:pt x="324866" y="471424"/>
                    <a:pt x="311531" y="445897"/>
                    <a:pt x="299339" y="420497"/>
                  </a:cubicBezTo>
                  <a:cubicBezTo>
                    <a:pt x="311531" y="395097"/>
                    <a:pt x="324866" y="369570"/>
                    <a:pt x="339344" y="344297"/>
                  </a:cubicBezTo>
                  <a:lnTo>
                    <a:pt x="339344" y="344297"/>
                  </a:lnTo>
                  <a:cubicBezTo>
                    <a:pt x="353822" y="319024"/>
                    <a:pt x="369189" y="294640"/>
                    <a:pt x="384937" y="271399"/>
                  </a:cubicBezTo>
                  <a:cubicBezTo>
                    <a:pt x="412877" y="269240"/>
                    <a:pt x="441579" y="268224"/>
                    <a:pt x="470662" y="268224"/>
                  </a:cubicBezTo>
                  <a:close/>
                  <a:moveTo>
                    <a:pt x="527304" y="611759"/>
                  </a:moveTo>
                  <a:cubicBezTo>
                    <a:pt x="509016" y="636778"/>
                    <a:pt x="490474" y="659638"/>
                    <a:pt x="472059" y="679958"/>
                  </a:cubicBezTo>
                  <a:cubicBezTo>
                    <a:pt x="453009" y="659384"/>
                    <a:pt x="433959" y="636524"/>
                    <a:pt x="415417" y="611886"/>
                  </a:cubicBezTo>
                  <a:cubicBezTo>
                    <a:pt x="433451" y="612648"/>
                    <a:pt x="451866" y="612902"/>
                    <a:pt x="470535" y="612902"/>
                  </a:cubicBezTo>
                  <a:cubicBezTo>
                    <a:pt x="489712" y="612902"/>
                    <a:pt x="508635" y="612521"/>
                    <a:pt x="527304" y="611632"/>
                  </a:cubicBezTo>
                  <a:close/>
                  <a:moveTo>
                    <a:pt x="236474" y="590423"/>
                  </a:moveTo>
                  <a:cubicBezTo>
                    <a:pt x="275082" y="598932"/>
                    <a:pt x="317627" y="605155"/>
                    <a:pt x="363347" y="608838"/>
                  </a:cubicBezTo>
                  <a:cubicBezTo>
                    <a:pt x="389382" y="645668"/>
                    <a:pt x="416687" y="679450"/>
                    <a:pt x="444119" y="709041"/>
                  </a:cubicBezTo>
                  <a:cubicBezTo>
                    <a:pt x="438150" y="714883"/>
                    <a:pt x="432181" y="720471"/>
                    <a:pt x="426212" y="725678"/>
                  </a:cubicBezTo>
                  <a:cubicBezTo>
                    <a:pt x="389763" y="757809"/>
                    <a:pt x="353187" y="780542"/>
                    <a:pt x="320929" y="791845"/>
                  </a:cubicBezTo>
                  <a:cubicBezTo>
                    <a:pt x="305308" y="797433"/>
                    <a:pt x="291465" y="799973"/>
                    <a:pt x="279781" y="799973"/>
                  </a:cubicBezTo>
                  <a:cubicBezTo>
                    <a:pt x="269748" y="799973"/>
                    <a:pt x="261366" y="798068"/>
                    <a:pt x="254889" y="794258"/>
                  </a:cubicBezTo>
                  <a:cubicBezTo>
                    <a:pt x="225171" y="777113"/>
                    <a:pt x="212852" y="710692"/>
                    <a:pt x="229743" y="621665"/>
                  </a:cubicBezTo>
                  <a:cubicBezTo>
                    <a:pt x="231648" y="611505"/>
                    <a:pt x="233934" y="600964"/>
                    <a:pt x="236601" y="590296"/>
                  </a:cubicBezTo>
                  <a:close/>
                  <a:moveTo>
                    <a:pt x="706628" y="588645"/>
                  </a:moveTo>
                  <a:cubicBezTo>
                    <a:pt x="708533" y="596392"/>
                    <a:pt x="710184" y="604012"/>
                    <a:pt x="711708" y="611505"/>
                  </a:cubicBezTo>
                  <a:cubicBezTo>
                    <a:pt x="721106" y="659257"/>
                    <a:pt x="722503" y="702437"/>
                    <a:pt x="716280" y="736219"/>
                  </a:cubicBezTo>
                  <a:cubicBezTo>
                    <a:pt x="710692" y="766572"/>
                    <a:pt x="699389" y="786765"/>
                    <a:pt x="685419" y="794893"/>
                  </a:cubicBezTo>
                  <a:cubicBezTo>
                    <a:pt x="678942" y="798703"/>
                    <a:pt x="670814" y="800608"/>
                    <a:pt x="661289" y="800608"/>
                  </a:cubicBezTo>
                  <a:cubicBezTo>
                    <a:pt x="627634" y="800608"/>
                    <a:pt x="577342" y="776859"/>
                    <a:pt x="523875" y="730631"/>
                  </a:cubicBezTo>
                  <a:cubicBezTo>
                    <a:pt x="516001" y="723900"/>
                    <a:pt x="508127" y="716661"/>
                    <a:pt x="500253" y="708914"/>
                  </a:cubicBezTo>
                  <a:cubicBezTo>
                    <a:pt x="526796" y="679831"/>
                    <a:pt x="553212" y="645922"/>
                    <a:pt x="579120" y="608330"/>
                  </a:cubicBezTo>
                  <a:cubicBezTo>
                    <a:pt x="624586" y="604266"/>
                    <a:pt x="667512" y="597662"/>
                    <a:pt x="706628" y="588645"/>
                  </a:cubicBezTo>
                  <a:close/>
                  <a:moveTo>
                    <a:pt x="661924" y="0"/>
                  </a:moveTo>
                  <a:cubicBezTo>
                    <a:pt x="614934" y="0"/>
                    <a:pt x="554863" y="29972"/>
                    <a:pt x="494411" y="82804"/>
                  </a:cubicBezTo>
                  <a:cubicBezTo>
                    <a:pt x="486664" y="89662"/>
                    <a:pt x="478790" y="96774"/>
                    <a:pt x="471043" y="104394"/>
                  </a:cubicBezTo>
                  <a:cubicBezTo>
                    <a:pt x="465836" y="99441"/>
                    <a:pt x="460629" y="94615"/>
                    <a:pt x="455422" y="89916"/>
                  </a:cubicBezTo>
                  <a:cubicBezTo>
                    <a:pt x="391668" y="33147"/>
                    <a:pt x="327787" y="889"/>
                    <a:pt x="278257" y="889"/>
                  </a:cubicBezTo>
                  <a:cubicBezTo>
                    <a:pt x="261747" y="889"/>
                    <a:pt x="246761" y="4445"/>
                    <a:pt x="234061" y="11938"/>
                  </a:cubicBezTo>
                  <a:cubicBezTo>
                    <a:pt x="185039" y="40386"/>
                    <a:pt x="170434" y="125095"/>
                    <a:pt x="191135" y="231013"/>
                  </a:cubicBezTo>
                  <a:cubicBezTo>
                    <a:pt x="193167" y="241300"/>
                    <a:pt x="195453" y="251714"/>
                    <a:pt x="198120" y="262255"/>
                  </a:cubicBezTo>
                  <a:cubicBezTo>
                    <a:pt x="186055" y="265684"/>
                    <a:pt x="174371" y="269367"/>
                    <a:pt x="163322" y="273304"/>
                  </a:cubicBezTo>
                  <a:cubicBezTo>
                    <a:pt x="63627" y="308229"/>
                    <a:pt x="0" y="362839"/>
                    <a:pt x="0" y="419608"/>
                  </a:cubicBezTo>
                  <a:cubicBezTo>
                    <a:pt x="0" y="478155"/>
                    <a:pt x="68326" y="536956"/>
                    <a:pt x="172085" y="572516"/>
                  </a:cubicBezTo>
                  <a:cubicBezTo>
                    <a:pt x="180213" y="575310"/>
                    <a:pt x="188722" y="577977"/>
                    <a:pt x="197485" y="580517"/>
                  </a:cubicBezTo>
                  <a:cubicBezTo>
                    <a:pt x="194691" y="591947"/>
                    <a:pt x="192151" y="603250"/>
                    <a:pt x="190119" y="614299"/>
                  </a:cubicBezTo>
                  <a:cubicBezTo>
                    <a:pt x="170434" y="718439"/>
                    <a:pt x="185801" y="800989"/>
                    <a:pt x="234696" y="829310"/>
                  </a:cubicBezTo>
                  <a:cubicBezTo>
                    <a:pt x="247650" y="836803"/>
                    <a:pt x="262763" y="840359"/>
                    <a:pt x="279654" y="840359"/>
                  </a:cubicBezTo>
                  <a:cubicBezTo>
                    <a:pt x="328549" y="840359"/>
                    <a:pt x="391160" y="809879"/>
                    <a:pt x="452628" y="756031"/>
                  </a:cubicBezTo>
                  <a:cubicBezTo>
                    <a:pt x="459232" y="750316"/>
                    <a:pt x="465709" y="744220"/>
                    <a:pt x="472313" y="737870"/>
                  </a:cubicBezTo>
                  <a:cubicBezTo>
                    <a:pt x="480822" y="746125"/>
                    <a:pt x="489331" y="753872"/>
                    <a:pt x="497713" y="761111"/>
                  </a:cubicBezTo>
                  <a:cubicBezTo>
                    <a:pt x="556768" y="812165"/>
                    <a:pt x="615315" y="840740"/>
                    <a:pt x="661670" y="840740"/>
                  </a:cubicBezTo>
                  <a:cubicBezTo>
                    <a:pt x="678053" y="840740"/>
                    <a:pt x="692912" y="837184"/>
                    <a:pt x="705612" y="829691"/>
                  </a:cubicBezTo>
                  <a:cubicBezTo>
                    <a:pt x="756031" y="800354"/>
                    <a:pt x="772541" y="711581"/>
                    <a:pt x="751205" y="603504"/>
                  </a:cubicBezTo>
                  <a:cubicBezTo>
                    <a:pt x="749554" y="595249"/>
                    <a:pt x="747649" y="586867"/>
                    <a:pt x="745617" y="578231"/>
                  </a:cubicBezTo>
                  <a:cubicBezTo>
                    <a:pt x="751586" y="576453"/>
                    <a:pt x="757428" y="574675"/>
                    <a:pt x="763143" y="572770"/>
                  </a:cubicBezTo>
                  <a:cubicBezTo>
                    <a:pt x="871093" y="536829"/>
                    <a:pt x="941197" y="478917"/>
                    <a:pt x="941197" y="419481"/>
                  </a:cubicBezTo>
                  <a:cubicBezTo>
                    <a:pt x="941197" y="362585"/>
                    <a:pt x="875538" y="307594"/>
                    <a:pt x="773811" y="272415"/>
                  </a:cubicBezTo>
                  <a:lnTo>
                    <a:pt x="773811" y="272415"/>
                  </a:lnTo>
                  <a:cubicBezTo>
                    <a:pt x="764032" y="268986"/>
                    <a:pt x="753999" y="265811"/>
                    <a:pt x="743458" y="262890"/>
                  </a:cubicBezTo>
                  <a:cubicBezTo>
                    <a:pt x="745236" y="255905"/>
                    <a:pt x="746760" y="248920"/>
                    <a:pt x="748157" y="242189"/>
                  </a:cubicBezTo>
                  <a:cubicBezTo>
                    <a:pt x="771017" y="130429"/>
                    <a:pt x="756158" y="40386"/>
                    <a:pt x="704850" y="10668"/>
                  </a:cubicBezTo>
                  <a:cubicBezTo>
                    <a:pt x="692404" y="3429"/>
                    <a:pt x="677926" y="0"/>
                    <a:pt x="661924" y="0"/>
                  </a:cubicBezTo>
                  <a:close/>
                </a:path>
              </a:pathLst>
            </a:custGeom>
            <a:solidFill>
              <a:srgbClr val="00D8F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258892" y="7886967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545016" y="8050682"/>
            <a:ext cx="1323975" cy="781050"/>
          </a:xfrm>
          <a:custGeom>
            <a:avLst/>
            <a:gdLst/>
            <a:ahLst/>
            <a:cxnLst/>
            <a:rect r="r" b="b" t="t" l="l"/>
            <a:pathLst>
              <a:path h="781050" w="1323975">
                <a:moveTo>
                  <a:pt x="0" y="0"/>
                </a:moveTo>
                <a:lnTo>
                  <a:pt x="1323975" y="0"/>
                </a:lnTo>
                <a:lnTo>
                  <a:pt x="1323975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024391" y="6935181"/>
            <a:ext cx="1524000" cy="847725"/>
          </a:xfrm>
          <a:custGeom>
            <a:avLst/>
            <a:gdLst/>
            <a:ahLst/>
            <a:cxnLst/>
            <a:rect r="r" b="b" t="t" l="l"/>
            <a:pathLst>
              <a:path h="847725" w="1524000">
                <a:moveTo>
                  <a:pt x="0" y="0"/>
                </a:moveTo>
                <a:lnTo>
                  <a:pt x="1524000" y="0"/>
                </a:lnTo>
                <a:lnTo>
                  <a:pt x="1524000" y="847725"/>
                </a:lnTo>
                <a:lnTo>
                  <a:pt x="0" y="8477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4387" y="8912304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946748" y="886506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944397" y="9040520"/>
            <a:ext cx="1114425" cy="685800"/>
          </a:xfrm>
          <a:custGeom>
            <a:avLst/>
            <a:gdLst/>
            <a:ahLst/>
            <a:cxnLst/>
            <a:rect r="r" b="b" t="t" l="l"/>
            <a:pathLst>
              <a:path h="685800" w="1114425">
                <a:moveTo>
                  <a:pt x="0" y="0"/>
                </a:moveTo>
                <a:lnTo>
                  <a:pt x="1114425" y="0"/>
                </a:lnTo>
                <a:lnTo>
                  <a:pt x="111442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596598" y="6788629"/>
            <a:ext cx="764572" cy="1031843"/>
            <a:chOff x="0" y="0"/>
            <a:chExt cx="764578" cy="103183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0" y="241300"/>
              <a:ext cx="637540" cy="727075"/>
            </a:xfrm>
            <a:custGeom>
              <a:avLst/>
              <a:gdLst/>
              <a:ahLst/>
              <a:cxnLst/>
              <a:rect r="r" b="b" t="t" l="l"/>
              <a:pathLst>
                <a:path h="727075" w="637540">
                  <a:moveTo>
                    <a:pt x="637540" y="0"/>
                  </a:moveTo>
                  <a:lnTo>
                    <a:pt x="579501" y="654304"/>
                  </a:lnTo>
                  <a:lnTo>
                    <a:pt x="318389" y="727075"/>
                  </a:lnTo>
                  <a:lnTo>
                    <a:pt x="58039" y="654431"/>
                  </a:lnTo>
                  <a:lnTo>
                    <a:pt x="0" y="0"/>
                  </a:lnTo>
                  <a:lnTo>
                    <a:pt x="637540" y="0"/>
                  </a:lnTo>
                  <a:lnTo>
                    <a:pt x="637540" y="0"/>
                  </a:lnTo>
                  <a:lnTo>
                    <a:pt x="637540" y="0"/>
                  </a:lnTo>
                  <a:close/>
                </a:path>
              </a:pathLst>
            </a:custGeom>
            <a:solidFill>
              <a:srgbClr val="E44D26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82270" y="294894"/>
              <a:ext cx="260604" cy="617855"/>
            </a:xfrm>
            <a:custGeom>
              <a:avLst/>
              <a:gdLst/>
              <a:ahLst/>
              <a:cxnLst/>
              <a:rect r="r" b="b" t="t" l="l"/>
              <a:pathLst>
                <a:path h="617855" w="260604">
                  <a:moveTo>
                    <a:pt x="0" y="617855"/>
                  </a:moveTo>
                  <a:lnTo>
                    <a:pt x="210947" y="559054"/>
                  </a:lnTo>
                  <a:lnTo>
                    <a:pt x="260604" y="0"/>
                  </a:lnTo>
                  <a:lnTo>
                    <a:pt x="0" y="0"/>
                  </a:lnTo>
                  <a:lnTo>
                    <a:pt x="0" y="617855"/>
                  </a:lnTo>
                  <a:lnTo>
                    <a:pt x="0" y="617855"/>
                  </a:lnTo>
                  <a:close/>
                </a:path>
              </a:pathLst>
            </a:custGeom>
            <a:solidFill>
              <a:srgbClr val="F16529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82118" y="375031"/>
              <a:ext cx="200152" cy="242697"/>
            </a:xfrm>
            <a:custGeom>
              <a:avLst/>
              <a:gdLst/>
              <a:ahLst/>
              <a:cxnLst/>
              <a:rect r="r" b="b" t="t" l="l"/>
              <a:pathLst>
                <a:path h="242697" w="200152">
                  <a:moveTo>
                    <a:pt x="87249" y="80264"/>
                  </a:moveTo>
                  <a:lnTo>
                    <a:pt x="200152" y="80264"/>
                  </a:lnTo>
                  <a:lnTo>
                    <a:pt x="200152" y="0"/>
                  </a:lnTo>
                  <a:lnTo>
                    <a:pt x="0" y="0"/>
                  </a:lnTo>
                  <a:lnTo>
                    <a:pt x="1905" y="21590"/>
                  </a:lnTo>
                  <a:lnTo>
                    <a:pt x="21463" y="242697"/>
                  </a:lnTo>
                  <a:lnTo>
                    <a:pt x="200152" y="242697"/>
                  </a:lnTo>
                  <a:lnTo>
                    <a:pt x="200152" y="162433"/>
                  </a:lnTo>
                  <a:lnTo>
                    <a:pt x="94488" y="162433"/>
                  </a:lnTo>
                  <a:lnTo>
                    <a:pt x="87249" y="80264"/>
                  </a:lnTo>
                  <a:lnTo>
                    <a:pt x="87249" y="80264"/>
                  </a:ln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07264" y="657860"/>
              <a:ext cx="175006" cy="171577"/>
            </a:xfrm>
            <a:custGeom>
              <a:avLst/>
              <a:gdLst/>
              <a:ahLst/>
              <a:cxnLst/>
              <a:rect r="r" b="b" t="t" l="l"/>
              <a:pathLst>
                <a:path h="171577" w="175006">
                  <a:moveTo>
                    <a:pt x="80137" y="0"/>
                  </a:moveTo>
                  <a:lnTo>
                    <a:pt x="0" y="0"/>
                  </a:lnTo>
                  <a:lnTo>
                    <a:pt x="11176" y="125984"/>
                  </a:lnTo>
                  <a:lnTo>
                    <a:pt x="174625" y="171577"/>
                  </a:lnTo>
                  <a:lnTo>
                    <a:pt x="175006" y="171450"/>
                  </a:lnTo>
                  <a:lnTo>
                    <a:pt x="175006" y="88138"/>
                  </a:lnTo>
                  <a:lnTo>
                    <a:pt x="174625" y="88265"/>
                  </a:lnTo>
                  <a:lnTo>
                    <a:pt x="85725" y="64135"/>
                  </a:lnTo>
                  <a:lnTo>
                    <a:pt x="80010" y="127"/>
                  </a:lnTo>
                  <a:lnTo>
                    <a:pt x="80010" y="127"/>
                  </a:ln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22809" y="63500"/>
              <a:ext cx="118110" cy="122047"/>
            </a:xfrm>
            <a:custGeom>
              <a:avLst/>
              <a:gdLst/>
              <a:ahLst/>
              <a:cxnLst/>
              <a:rect r="r" b="b" t="t" l="l"/>
              <a:pathLst>
                <a:path h="122047" w="118110">
                  <a:moveTo>
                    <a:pt x="0" y="0"/>
                  </a:moveTo>
                  <a:lnTo>
                    <a:pt x="40513" y="0"/>
                  </a:lnTo>
                  <a:lnTo>
                    <a:pt x="40513" y="40259"/>
                  </a:lnTo>
                  <a:lnTo>
                    <a:pt x="77597" y="40259"/>
                  </a:lnTo>
                  <a:lnTo>
                    <a:pt x="77597" y="0"/>
                  </a:lnTo>
                  <a:lnTo>
                    <a:pt x="118110" y="0"/>
                  </a:lnTo>
                  <a:lnTo>
                    <a:pt x="118110" y="122047"/>
                  </a:lnTo>
                  <a:lnTo>
                    <a:pt x="77724" y="122047"/>
                  </a:lnTo>
                  <a:lnTo>
                    <a:pt x="77724" y="81153"/>
                  </a:lnTo>
                  <a:lnTo>
                    <a:pt x="40513" y="81153"/>
                  </a:lnTo>
                  <a:lnTo>
                    <a:pt x="40513" y="122047"/>
                  </a:lnTo>
                  <a:lnTo>
                    <a:pt x="0" y="122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58699" y="63500"/>
              <a:ext cx="112014" cy="122047"/>
            </a:xfrm>
            <a:custGeom>
              <a:avLst/>
              <a:gdLst/>
              <a:ahLst/>
              <a:cxnLst/>
              <a:rect r="r" b="b" t="t" l="l"/>
              <a:pathLst>
                <a:path h="122047" w="112014">
                  <a:moveTo>
                    <a:pt x="35687" y="40513"/>
                  </a:moveTo>
                  <a:lnTo>
                    <a:pt x="0" y="40513"/>
                  </a:lnTo>
                  <a:lnTo>
                    <a:pt x="0" y="0"/>
                  </a:lnTo>
                  <a:lnTo>
                    <a:pt x="112014" y="0"/>
                  </a:lnTo>
                  <a:lnTo>
                    <a:pt x="112014" y="40513"/>
                  </a:lnTo>
                  <a:lnTo>
                    <a:pt x="76200" y="40513"/>
                  </a:lnTo>
                  <a:lnTo>
                    <a:pt x="76200" y="122047"/>
                  </a:lnTo>
                  <a:lnTo>
                    <a:pt x="35687" y="122047"/>
                  </a:lnTo>
                  <a:lnTo>
                    <a:pt x="35687" y="40513"/>
                  </a:lnTo>
                  <a:lnTo>
                    <a:pt x="35687" y="4051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388493" y="63500"/>
              <a:ext cx="136525" cy="122047"/>
            </a:xfrm>
            <a:custGeom>
              <a:avLst/>
              <a:gdLst/>
              <a:ahLst/>
              <a:cxnLst/>
              <a:rect r="r" b="b" t="t" l="l"/>
              <a:pathLst>
                <a:path h="122047" w="136525">
                  <a:moveTo>
                    <a:pt x="0" y="0"/>
                  </a:moveTo>
                  <a:lnTo>
                    <a:pt x="42291" y="0"/>
                  </a:lnTo>
                  <a:lnTo>
                    <a:pt x="68326" y="42926"/>
                  </a:lnTo>
                  <a:lnTo>
                    <a:pt x="94234" y="0"/>
                  </a:lnTo>
                  <a:lnTo>
                    <a:pt x="136525" y="0"/>
                  </a:lnTo>
                  <a:lnTo>
                    <a:pt x="136525" y="122047"/>
                  </a:lnTo>
                  <a:lnTo>
                    <a:pt x="96139" y="122047"/>
                  </a:lnTo>
                  <a:lnTo>
                    <a:pt x="96139" y="61595"/>
                  </a:lnTo>
                  <a:lnTo>
                    <a:pt x="68199" y="105029"/>
                  </a:lnTo>
                  <a:lnTo>
                    <a:pt x="67437" y="105029"/>
                  </a:lnTo>
                  <a:lnTo>
                    <a:pt x="39497" y="61595"/>
                  </a:lnTo>
                  <a:lnTo>
                    <a:pt x="39497" y="122047"/>
                  </a:lnTo>
                  <a:lnTo>
                    <a:pt x="0" y="122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545211" y="63500"/>
              <a:ext cx="97536" cy="122047"/>
            </a:xfrm>
            <a:custGeom>
              <a:avLst/>
              <a:gdLst/>
              <a:ahLst/>
              <a:cxnLst/>
              <a:rect r="r" b="b" t="t" l="l"/>
              <a:pathLst>
                <a:path h="122047" w="97536">
                  <a:moveTo>
                    <a:pt x="0" y="0"/>
                  </a:moveTo>
                  <a:lnTo>
                    <a:pt x="40513" y="0"/>
                  </a:lnTo>
                  <a:lnTo>
                    <a:pt x="40513" y="81661"/>
                  </a:lnTo>
                  <a:lnTo>
                    <a:pt x="97536" y="81661"/>
                  </a:lnTo>
                  <a:lnTo>
                    <a:pt x="97536" y="122047"/>
                  </a:lnTo>
                  <a:lnTo>
                    <a:pt x="0" y="122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382016" y="537337"/>
              <a:ext cx="185420" cy="292100"/>
            </a:xfrm>
            <a:custGeom>
              <a:avLst/>
              <a:gdLst/>
              <a:ahLst/>
              <a:cxnLst/>
              <a:rect r="r" b="b" t="t" l="l"/>
              <a:pathLst>
                <a:path h="292100" w="185420">
                  <a:moveTo>
                    <a:pt x="0" y="80391"/>
                  </a:moveTo>
                  <a:lnTo>
                    <a:pt x="98298" y="80391"/>
                  </a:lnTo>
                  <a:lnTo>
                    <a:pt x="89027" y="184531"/>
                  </a:lnTo>
                  <a:lnTo>
                    <a:pt x="0" y="208661"/>
                  </a:lnTo>
                  <a:lnTo>
                    <a:pt x="0" y="292100"/>
                  </a:lnTo>
                  <a:lnTo>
                    <a:pt x="163576" y="246507"/>
                  </a:lnTo>
                  <a:lnTo>
                    <a:pt x="164719" y="232918"/>
                  </a:lnTo>
                  <a:lnTo>
                    <a:pt x="183515" y="21590"/>
                  </a:lnTo>
                  <a:lnTo>
                    <a:pt x="185420" y="0"/>
                  </a:lnTo>
                  <a:lnTo>
                    <a:pt x="0" y="0"/>
                  </a:lnTo>
                  <a:lnTo>
                    <a:pt x="0" y="802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382016" y="375158"/>
              <a:ext cx="200025" cy="80264"/>
            </a:xfrm>
            <a:custGeom>
              <a:avLst/>
              <a:gdLst/>
              <a:ahLst/>
              <a:cxnLst/>
              <a:rect r="r" b="b" t="t" l="l"/>
              <a:pathLst>
                <a:path h="80264" w="200025">
                  <a:moveTo>
                    <a:pt x="0" y="80010"/>
                  </a:moveTo>
                  <a:lnTo>
                    <a:pt x="0" y="80264"/>
                  </a:lnTo>
                  <a:lnTo>
                    <a:pt x="192786" y="80264"/>
                  </a:lnTo>
                  <a:lnTo>
                    <a:pt x="194437" y="62230"/>
                  </a:lnTo>
                  <a:lnTo>
                    <a:pt x="198120" y="21590"/>
                  </a:lnTo>
                  <a:lnTo>
                    <a:pt x="200025" y="0"/>
                  </a:lnTo>
                  <a:lnTo>
                    <a:pt x="0" y="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4468311" y="9006421"/>
            <a:ext cx="1695450" cy="1133475"/>
          </a:xfrm>
          <a:custGeom>
            <a:avLst/>
            <a:gdLst/>
            <a:ahLst/>
            <a:cxnLst/>
            <a:rect r="r" b="b" t="t" l="l"/>
            <a:pathLst>
              <a:path h="1133475" w="1695450">
                <a:moveTo>
                  <a:pt x="0" y="0"/>
                </a:moveTo>
                <a:lnTo>
                  <a:pt x="1695450" y="0"/>
                </a:lnTo>
                <a:lnTo>
                  <a:pt x="1695450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256296" y="9084412"/>
            <a:ext cx="923925" cy="942975"/>
          </a:xfrm>
          <a:custGeom>
            <a:avLst/>
            <a:gdLst/>
            <a:ahLst/>
            <a:cxnLst/>
            <a:rect r="r" b="b" t="t" l="l"/>
            <a:pathLst>
              <a:path h="942975" w="923925">
                <a:moveTo>
                  <a:pt x="0" y="0"/>
                </a:moveTo>
                <a:lnTo>
                  <a:pt x="923925" y="0"/>
                </a:lnTo>
                <a:lnTo>
                  <a:pt x="9239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165923" y="7886967"/>
            <a:ext cx="1104900" cy="1104900"/>
          </a:xfrm>
          <a:custGeom>
            <a:avLst/>
            <a:gdLst/>
            <a:ahLst/>
            <a:cxnLst/>
            <a:rect r="r" b="b" t="t" l="l"/>
            <a:pathLst>
              <a:path h="1104900" w="1104900">
                <a:moveTo>
                  <a:pt x="0" y="0"/>
                </a:moveTo>
                <a:lnTo>
                  <a:pt x="1104900" y="0"/>
                </a:lnTo>
                <a:lnTo>
                  <a:pt x="11049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545505" y="2445096"/>
            <a:ext cx="10525125" cy="6381750"/>
          </a:xfrm>
          <a:custGeom>
            <a:avLst/>
            <a:gdLst/>
            <a:ahLst/>
            <a:cxnLst/>
            <a:rect r="r" b="b" t="t" l="l"/>
            <a:pathLst>
              <a:path h="6381750" w="10525125">
                <a:moveTo>
                  <a:pt x="0" y="0"/>
                </a:moveTo>
                <a:lnTo>
                  <a:pt x="10525125" y="0"/>
                </a:lnTo>
                <a:lnTo>
                  <a:pt x="10525125" y="6381750"/>
                </a:lnTo>
                <a:lnTo>
                  <a:pt x="0" y="63817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2634806" y="7022401"/>
            <a:ext cx="1276350" cy="714375"/>
          </a:xfrm>
          <a:custGeom>
            <a:avLst/>
            <a:gdLst/>
            <a:ahLst/>
            <a:cxnLst/>
            <a:rect r="r" b="b" t="t" l="l"/>
            <a:pathLst>
              <a:path h="714375" w="1276350">
                <a:moveTo>
                  <a:pt x="0" y="0"/>
                </a:moveTo>
                <a:lnTo>
                  <a:pt x="1276350" y="0"/>
                </a:lnTo>
                <a:lnTo>
                  <a:pt x="1276350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81866" y="8118605"/>
            <a:ext cx="1238250" cy="561975"/>
          </a:xfrm>
          <a:custGeom>
            <a:avLst/>
            <a:gdLst/>
            <a:ahLst/>
            <a:cxnLst/>
            <a:rect r="r" b="b" t="t" l="l"/>
            <a:pathLst>
              <a:path h="561975" w="1238250">
                <a:moveTo>
                  <a:pt x="0" y="0"/>
                </a:moveTo>
                <a:lnTo>
                  <a:pt x="1238250" y="0"/>
                </a:lnTo>
                <a:lnTo>
                  <a:pt x="123825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73086" r="0" b="-47252"/>
            </a:stretch>
          </a:blipFill>
        </p:spPr>
      </p:sp>
      <p:grpSp>
        <p:nvGrpSpPr>
          <p:cNvPr name="Group 37" id="37"/>
          <p:cNvGrpSpPr>
            <a:grpSpLocks noChangeAspect="true"/>
          </p:cNvGrpSpPr>
          <p:nvPr/>
        </p:nvGrpSpPr>
        <p:grpSpPr>
          <a:xfrm rot="0">
            <a:off x="463953" y="5575735"/>
            <a:ext cx="1870767" cy="19050"/>
            <a:chOff x="0" y="0"/>
            <a:chExt cx="1870774" cy="19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70710" cy="19050"/>
            </a:xfrm>
            <a:custGeom>
              <a:avLst/>
              <a:gdLst/>
              <a:ahLst/>
              <a:cxnLst/>
              <a:rect r="r" b="b" t="t" l="l"/>
              <a:pathLst>
                <a:path h="19050" w="1870710">
                  <a:moveTo>
                    <a:pt x="0" y="0"/>
                  </a:moveTo>
                  <a:lnTo>
                    <a:pt x="1870710" y="0"/>
                  </a:lnTo>
                  <a:lnTo>
                    <a:pt x="187071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A7EBB"/>
            </a:solidFill>
          </p:spPr>
        </p:sp>
      </p:grp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463953" y="6242485"/>
            <a:ext cx="1731616" cy="19050"/>
            <a:chOff x="0" y="0"/>
            <a:chExt cx="1731620" cy="190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31645" cy="19050"/>
            </a:xfrm>
            <a:custGeom>
              <a:avLst/>
              <a:gdLst/>
              <a:ahLst/>
              <a:cxnLst/>
              <a:rect r="r" b="b" t="t" l="l"/>
              <a:pathLst>
                <a:path h="19050" w="1731645">
                  <a:moveTo>
                    <a:pt x="0" y="0"/>
                  </a:moveTo>
                  <a:lnTo>
                    <a:pt x="1731645" y="0"/>
                  </a:lnTo>
                  <a:lnTo>
                    <a:pt x="173164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A7EBB"/>
            </a:solidFill>
          </p:spPr>
        </p:sp>
      </p:grpSp>
      <p:grpSp>
        <p:nvGrpSpPr>
          <p:cNvPr name="Group 41" id="41"/>
          <p:cNvGrpSpPr>
            <a:grpSpLocks noChangeAspect="true"/>
          </p:cNvGrpSpPr>
          <p:nvPr/>
        </p:nvGrpSpPr>
        <p:grpSpPr>
          <a:xfrm rot="0">
            <a:off x="463953" y="2584885"/>
            <a:ext cx="1604667" cy="19050"/>
            <a:chOff x="0" y="0"/>
            <a:chExt cx="1604670" cy="190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04645" cy="19050"/>
            </a:xfrm>
            <a:custGeom>
              <a:avLst/>
              <a:gdLst/>
              <a:ahLst/>
              <a:cxnLst/>
              <a:rect r="r" b="b" t="t" l="l"/>
              <a:pathLst>
                <a:path h="19050" w="1604645">
                  <a:moveTo>
                    <a:pt x="0" y="0"/>
                  </a:moveTo>
                  <a:lnTo>
                    <a:pt x="1604645" y="0"/>
                  </a:lnTo>
                  <a:lnTo>
                    <a:pt x="160464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A7EBB"/>
            </a:solidFill>
          </p:spPr>
        </p:sp>
      </p:grpSp>
      <p:grpSp>
        <p:nvGrpSpPr>
          <p:cNvPr name="Group 43" id="43"/>
          <p:cNvGrpSpPr>
            <a:grpSpLocks noChangeAspect="true"/>
          </p:cNvGrpSpPr>
          <p:nvPr/>
        </p:nvGrpSpPr>
        <p:grpSpPr>
          <a:xfrm rot="0">
            <a:off x="463953" y="3585010"/>
            <a:ext cx="1525934" cy="19050"/>
            <a:chOff x="0" y="0"/>
            <a:chExt cx="1525930" cy="190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25905" cy="19050"/>
            </a:xfrm>
            <a:custGeom>
              <a:avLst/>
              <a:gdLst/>
              <a:ahLst/>
              <a:cxnLst/>
              <a:rect r="r" b="b" t="t" l="l"/>
              <a:pathLst>
                <a:path h="19050" w="1525905">
                  <a:moveTo>
                    <a:pt x="0" y="0"/>
                  </a:moveTo>
                  <a:lnTo>
                    <a:pt x="1525905" y="0"/>
                  </a:lnTo>
                  <a:lnTo>
                    <a:pt x="152590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A7EBB"/>
            </a:solidFill>
          </p:spPr>
        </p:sp>
      </p:grpSp>
      <p:grpSp>
        <p:nvGrpSpPr>
          <p:cNvPr name="Group 45" id="45"/>
          <p:cNvGrpSpPr>
            <a:grpSpLocks noChangeAspect="true"/>
          </p:cNvGrpSpPr>
          <p:nvPr/>
        </p:nvGrpSpPr>
        <p:grpSpPr>
          <a:xfrm rot="0">
            <a:off x="463953" y="4585135"/>
            <a:ext cx="910085" cy="19050"/>
            <a:chOff x="0" y="0"/>
            <a:chExt cx="910082" cy="190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0082" cy="19050"/>
            </a:xfrm>
            <a:custGeom>
              <a:avLst/>
              <a:gdLst/>
              <a:ahLst/>
              <a:cxnLst/>
              <a:rect r="r" b="b" t="t" l="l"/>
              <a:pathLst>
                <a:path h="19050" w="910082">
                  <a:moveTo>
                    <a:pt x="0" y="0"/>
                  </a:moveTo>
                  <a:lnTo>
                    <a:pt x="910082" y="0"/>
                  </a:lnTo>
                  <a:lnTo>
                    <a:pt x="91008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A7EBB"/>
            </a:solidFill>
          </p:spPr>
        </p:sp>
      </p:grpSp>
      <p:grpSp>
        <p:nvGrpSpPr>
          <p:cNvPr name="Group 47" id="47"/>
          <p:cNvGrpSpPr>
            <a:grpSpLocks noChangeAspect="true"/>
          </p:cNvGrpSpPr>
          <p:nvPr/>
        </p:nvGrpSpPr>
        <p:grpSpPr>
          <a:xfrm rot="0">
            <a:off x="659673" y="6852133"/>
            <a:ext cx="640766" cy="903646"/>
            <a:chOff x="0" y="0"/>
            <a:chExt cx="640766" cy="90364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0715" cy="903605"/>
            </a:xfrm>
            <a:custGeom>
              <a:avLst/>
              <a:gdLst/>
              <a:ahLst/>
              <a:cxnLst/>
              <a:rect r="r" b="b" t="t" l="l"/>
              <a:pathLst>
                <a:path h="903605" w="640715">
                  <a:moveTo>
                    <a:pt x="0" y="903605"/>
                  </a:moveTo>
                  <a:lnTo>
                    <a:pt x="640715" y="903605"/>
                  </a:lnTo>
                  <a:lnTo>
                    <a:pt x="6407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9" id="49"/>
          <p:cNvGrpSpPr>
            <a:grpSpLocks noChangeAspect="true"/>
          </p:cNvGrpSpPr>
          <p:nvPr/>
        </p:nvGrpSpPr>
        <p:grpSpPr>
          <a:xfrm rot="0">
            <a:off x="3350295" y="8323897"/>
            <a:ext cx="897265" cy="541163"/>
            <a:chOff x="0" y="0"/>
            <a:chExt cx="897268" cy="5411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97255" cy="541147"/>
            </a:xfrm>
            <a:custGeom>
              <a:avLst/>
              <a:gdLst/>
              <a:ahLst/>
              <a:cxnLst/>
              <a:rect r="r" b="b" t="t" l="l"/>
              <a:pathLst>
                <a:path h="541147" w="897255">
                  <a:moveTo>
                    <a:pt x="0" y="541147"/>
                  </a:moveTo>
                  <a:lnTo>
                    <a:pt x="897255" y="541147"/>
                  </a:lnTo>
                  <a:lnTo>
                    <a:pt x="8972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1" id="51"/>
          <p:cNvGrpSpPr>
            <a:grpSpLocks noChangeAspect="true"/>
          </p:cNvGrpSpPr>
          <p:nvPr/>
        </p:nvGrpSpPr>
        <p:grpSpPr>
          <a:xfrm rot="0">
            <a:off x="419900" y="1963102"/>
            <a:ext cx="5087988" cy="66675"/>
            <a:chOff x="0" y="0"/>
            <a:chExt cx="5087988" cy="666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88001" cy="66675"/>
            </a:xfrm>
            <a:custGeom>
              <a:avLst/>
              <a:gdLst/>
              <a:ahLst/>
              <a:cxnLst/>
              <a:rect r="r" b="b" t="t" l="l"/>
              <a:pathLst>
                <a:path h="66675" w="5088001">
                  <a:moveTo>
                    <a:pt x="0" y="0"/>
                  </a:moveTo>
                  <a:lnTo>
                    <a:pt x="0" y="66675"/>
                  </a:lnTo>
                  <a:lnTo>
                    <a:pt x="2518918" y="66675"/>
                  </a:lnTo>
                  <a:lnTo>
                    <a:pt x="2518918" y="0"/>
                  </a:lnTo>
                  <a:close/>
                  <a:moveTo>
                    <a:pt x="3157093" y="0"/>
                  </a:moveTo>
                  <a:lnTo>
                    <a:pt x="3157093" y="66675"/>
                  </a:lnTo>
                  <a:lnTo>
                    <a:pt x="5088001" y="66675"/>
                  </a:lnTo>
                  <a:lnTo>
                    <a:pt x="5088001" y="0"/>
                  </a:lnTo>
                  <a:close/>
                </a:path>
              </a:pathLst>
            </a:custGeom>
            <a:solidFill>
              <a:srgbClr val="2C65F0"/>
            </a:solidFill>
          </p:spPr>
        </p:sp>
      </p:grpSp>
      <p:grpSp>
        <p:nvGrpSpPr>
          <p:cNvPr name="Group 53" id="53"/>
          <p:cNvGrpSpPr>
            <a:grpSpLocks noChangeAspect="true"/>
          </p:cNvGrpSpPr>
          <p:nvPr/>
        </p:nvGrpSpPr>
        <p:grpSpPr>
          <a:xfrm rot="0">
            <a:off x="5069100" y="7035146"/>
            <a:ext cx="946642" cy="876071"/>
            <a:chOff x="0" y="0"/>
            <a:chExt cx="946645" cy="87607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46658" cy="876046"/>
            </a:xfrm>
            <a:custGeom>
              <a:avLst/>
              <a:gdLst/>
              <a:ahLst/>
              <a:cxnLst/>
              <a:rect r="r" b="b" t="t" l="l"/>
              <a:pathLst>
                <a:path h="876046" w="946658">
                  <a:moveTo>
                    <a:pt x="0" y="876046"/>
                  </a:moveTo>
                  <a:lnTo>
                    <a:pt x="946658" y="876046"/>
                  </a:lnTo>
                  <a:lnTo>
                    <a:pt x="9466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5" id="55"/>
          <p:cNvGrpSpPr>
            <a:grpSpLocks noChangeAspect="true"/>
          </p:cNvGrpSpPr>
          <p:nvPr/>
        </p:nvGrpSpPr>
        <p:grpSpPr>
          <a:xfrm rot="0">
            <a:off x="10539108" y="1990754"/>
            <a:ext cx="5293814" cy="66675"/>
            <a:chOff x="0" y="0"/>
            <a:chExt cx="5293817" cy="666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293868" cy="66675"/>
            </a:xfrm>
            <a:custGeom>
              <a:avLst/>
              <a:gdLst/>
              <a:ahLst/>
              <a:cxnLst/>
              <a:rect r="r" b="b" t="t" l="l"/>
              <a:pathLst>
                <a:path h="66675" w="5293868">
                  <a:moveTo>
                    <a:pt x="0" y="0"/>
                  </a:moveTo>
                  <a:lnTo>
                    <a:pt x="0" y="66675"/>
                  </a:lnTo>
                  <a:lnTo>
                    <a:pt x="343154" y="66675"/>
                  </a:lnTo>
                  <a:lnTo>
                    <a:pt x="343154" y="0"/>
                  </a:lnTo>
                  <a:close/>
                  <a:moveTo>
                    <a:pt x="630047" y="0"/>
                  </a:moveTo>
                  <a:lnTo>
                    <a:pt x="630047" y="66675"/>
                  </a:lnTo>
                  <a:lnTo>
                    <a:pt x="5293868" y="66675"/>
                  </a:lnTo>
                  <a:lnTo>
                    <a:pt x="5293868" y="0"/>
                  </a:lnTo>
                  <a:close/>
                </a:path>
              </a:pathLst>
            </a:custGeom>
            <a:solidFill>
              <a:srgbClr val="2C65F0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4243683" y="406270"/>
            <a:ext cx="9957521" cy="76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b="true" sz="4299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TECHNICAL APPROACH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19900" y="1655559"/>
            <a:ext cx="5189715" cy="54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5400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Technology Stack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144373" y="2056990"/>
            <a:ext cx="71161" cy="63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3"/>
              </a:lnSpc>
            </a:pPr>
            <a:r>
              <a:rPr lang="en-US" sz="21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63953" y="4308034"/>
            <a:ext cx="6417764" cy="71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b="true" sz="2197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 ML </a:t>
            </a:r>
            <a:r>
              <a:rPr lang="en-US" sz="21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:TensorFlow Lite / PyTorch,BlockChain,GIS, PWA-Gamification ,NFT-ready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63953" y="2307784"/>
            <a:ext cx="7288616" cy="38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b="true" sz="2197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FRONTEND</a:t>
            </a:r>
            <a:r>
              <a:rPr lang="en-US" b="true" sz="2197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  <a:r>
              <a:rPr lang="en-US" sz="21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1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React.js,React-Native,Redux,Next.js,Tailwind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63953" y="2657065"/>
            <a:ext cx="3404521" cy="36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CSS,Framer-Motion,jQuery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63953" y="3041209"/>
            <a:ext cx="7454951" cy="651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3"/>
              </a:lnSpc>
            </a:pPr>
            <a:r>
              <a:rPr lang="en-US" b="true" sz="2197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BACKEND :</a:t>
            </a:r>
            <a:r>
              <a:rPr lang="en-US" b="true" sz="2197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21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Node.js,Express,REST API, ,Supabase,Firebase,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97302" y="3806561"/>
            <a:ext cx="62627" cy="188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8"/>
              </a:lnSpc>
            </a:pPr>
            <a:r>
              <a:rPr lang="en-US" sz="2197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 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63953" y="3616061"/>
            <a:ext cx="3198162" cy="37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197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Socket</a:t>
            </a:r>
            <a:r>
              <a:rPr lang="en-US" sz="2197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 </a:t>
            </a:r>
            <a:r>
              <a:rPr lang="en-US" sz="2197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IO,Solidity,MongoDB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63953" y="5911034"/>
            <a:ext cx="4622273" cy="37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b="true" sz="2197">
                <a:solidFill>
                  <a:srgbClr val="4A7EBB"/>
                </a:solidFill>
                <a:latin typeface="Caladea Bold"/>
                <a:ea typeface="Caladea Bold"/>
                <a:cs typeface="Caladea Bold"/>
                <a:sym typeface="Caladea Bold"/>
              </a:rPr>
              <a:t>DEPLOYMENT</a:t>
            </a:r>
            <a:r>
              <a:rPr lang="en-US" b="true" sz="2197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:</a:t>
            </a:r>
            <a:r>
              <a:rPr lang="en-US" sz="2197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AWS,GitHub,GCP,Dockor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63953" y="5317779"/>
            <a:ext cx="7640812" cy="67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b="true" sz="2097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API SERVICES</a:t>
            </a:r>
            <a:r>
              <a:rPr lang="en-US" b="true" sz="2097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:L</a:t>
            </a:r>
            <a:r>
              <a:rPr lang="en-US" sz="20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inkedIn API, GitHub API,Cloundinary,OAuth, Twlio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539108" y="1226106"/>
            <a:ext cx="5419582" cy="993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b="true" sz="5299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308" y="10535"/>
            <a:ext cx="485775" cy="276225"/>
          </a:xfrm>
          <a:custGeom>
            <a:avLst/>
            <a:gdLst/>
            <a:ahLst/>
            <a:cxnLst/>
            <a:rect r="r" b="b" t="t" l="l"/>
            <a:pathLst>
              <a:path h="276225" w="485775">
                <a:moveTo>
                  <a:pt x="0" y="0"/>
                </a:moveTo>
                <a:lnTo>
                  <a:pt x="485774" y="0"/>
                </a:lnTo>
                <a:lnTo>
                  <a:pt x="485774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18437"/>
            <a:ext cx="38100" cy="66675"/>
          </a:xfrm>
          <a:custGeom>
            <a:avLst/>
            <a:gdLst/>
            <a:ahLst/>
            <a:cxnLst/>
            <a:rect r="r" b="b" t="t" l="l"/>
            <a:pathLst>
              <a:path h="66675" w="38100">
                <a:moveTo>
                  <a:pt x="0" y="0"/>
                </a:moveTo>
                <a:lnTo>
                  <a:pt x="38100" y="0"/>
                </a:lnTo>
                <a:lnTo>
                  <a:pt x="38100" y="66675"/>
                </a:lnTo>
                <a:lnTo>
                  <a:pt x="0" y="66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26215"/>
            <a:ext cx="38100" cy="66675"/>
          </a:xfrm>
          <a:custGeom>
            <a:avLst/>
            <a:gdLst/>
            <a:ahLst/>
            <a:cxnLst/>
            <a:rect r="r" b="b" t="t" l="l"/>
            <a:pathLst>
              <a:path h="66675" w="38100">
                <a:moveTo>
                  <a:pt x="0" y="0"/>
                </a:moveTo>
                <a:lnTo>
                  <a:pt x="38100" y="0"/>
                </a:lnTo>
                <a:lnTo>
                  <a:pt x="38100" y="66675"/>
                </a:lnTo>
                <a:lnTo>
                  <a:pt x="0" y="66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4308" y="426272"/>
            <a:ext cx="276225" cy="66675"/>
          </a:xfrm>
          <a:custGeom>
            <a:avLst/>
            <a:gdLst/>
            <a:ahLst/>
            <a:cxnLst/>
            <a:rect r="r" b="b" t="t" l="l"/>
            <a:pathLst>
              <a:path h="66675" w="276225">
                <a:moveTo>
                  <a:pt x="0" y="0"/>
                </a:moveTo>
                <a:lnTo>
                  <a:pt x="276224" y="0"/>
                </a:lnTo>
                <a:lnTo>
                  <a:pt x="276224" y="66675"/>
                </a:lnTo>
                <a:lnTo>
                  <a:pt x="0" y="666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0026" y="426272"/>
            <a:ext cx="66675" cy="66675"/>
          </a:xfrm>
          <a:custGeom>
            <a:avLst/>
            <a:gdLst/>
            <a:ahLst/>
            <a:cxnLst/>
            <a:rect r="r" b="b" t="t" l="l"/>
            <a:pathLst>
              <a:path h="66675" w="66675">
                <a:moveTo>
                  <a:pt x="0" y="0"/>
                </a:moveTo>
                <a:lnTo>
                  <a:pt x="66675" y="0"/>
                </a:lnTo>
                <a:lnTo>
                  <a:pt x="66675" y="66675"/>
                </a:lnTo>
                <a:lnTo>
                  <a:pt x="0" y="666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505426" y="9388088"/>
            <a:ext cx="695325" cy="276225"/>
          </a:xfrm>
          <a:custGeom>
            <a:avLst/>
            <a:gdLst/>
            <a:ahLst/>
            <a:cxnLst/>
            <a:rect r="r" b="b" t="t" l="l"/>
            <a:pathLst>
              <a:path h="276225" w="695325">
                <a:moveTo>
                  <a:pt x="0" y="0"/>
                </a:moveTo>
                <a:lnTo>
                  <a:pt x="695325" y="0"/>
                </a:lnTo>
                <a:lnTo>
                  <a:pt x="6953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505426" y="9803797"/>
            <a:ext cx="695325" cy="66675"/>
          </a:xfrm>
          <a:custGeom>
            <a:avLst/>
            <a:gdLst/>
            <a:ahLst/>
            <a:cxnLst/>
            <a:rect r="r" b="b" t="t" l="l"/>
            <a:pathLst>
              <a:path h="66675" w="695325">
                <a:moveTo>
                  <a:pt x="0" y="0"/>
                </a:moveTo>
                <a:lnTo>
                  <a:pt x="695325" y="0"/>
                </a:lnTo>
                <a:lnTo>
                  <a:pt x="695325" y="66675"/>
                </a:lnTo>
                <a:lnTo>
                  <a:pt x="0" y="666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505426" y="10011804"/>
            <a:ext cx="695325" cy="66675"/>
          </a:xfrm>
          <a:custGeom>
            <a:avLst/>
            <a:gdLst/>
            <a:ahLst/>
            <a:cxnLst/>
            <a:rect r="r" b="b" t="t" l="l"/>
            <a:pathLst>
              <a:path h="66675" w="695325">
                <a:moveTo>
                  <a:pt x="0" y="0"/>
                </a:moveTo>
                <a:lnTo>
                  <a:pt x="695325" y="0"/>
                </a:lnTo>
                <a:lnTo>
                  <a:pt x="695325" y="66675"/>
                </a:lnTo>
                <a:lnTo>
                  <a:pt x="0" y="666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505426" y="10219525"/>
            <a:ext cx="66675" cy="66675"/>
          </a:xfrm>
          <a:custGeom>
            <a:avLst/>
            <a:gdLst/>
            <a:ahLst/>
            <a:cxnLst/>
            <a:rect r="r" b="b" t="t" l="l"/>
            <a:pathLst>
              <a:path h="66675" w="66675">
                <a:moveTo>
                  <a:pt x="0" y="0"/>
                </a:moveTo>
                <a:lnTo>
                  <a:pt x="66675" y="0"/>
                </a:lnTo>
                <a:lnTo>
                  <a:pt x="66675" y="66675"/>
                </a:lnTo>
                <a:lnTo>
                  <a:pt x="0" y="666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713452" y="10219525"/>
            <a:ext cx="66675" cy="66675"/>
          </a:xfrm>
          <a:custGeom>
            <a:avLst/>
            <a:gdLst/>
            <a:ahLst/>
            <a:cxnLst/>
            <a:rect r="r" b="b" t="t" l="l"/>
            <a:pathLst>
              <a:path h="66675" w="66675">
                <a:moveTo>
                  <a:pt x="0" y="0"/>
                </a:moveTo>
                <a:lnTo>
                  <a:pt x="66675" y="0"/>
                </a:lnTo>
                <a:lnTo>
                  <a:pt x="66675" y="66675"/>
                </a:lnTo>
                <a:lnTo>
                  <a:pt x="0" y="666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921221" y="10219525"/>
            <a:ext cx="276225" cy="66675"/>
          </a:xfrm>
          <a:custGeom>
            <a:avLst/>
            <a:gdLst/>
            <a:ahLst/>
            <a:cxnLst/>
            <a:rect r="r" b="b" t="t" l="l"/>
            <a:pathLst>
              <a:path h="66675" w="276225">
                <a:moveTo>
                  <a:pt x="0" y="0"/>
                </a:moveTo>
                <a:lnTo>
                  <a:pt x="276225" y="0"/>
                </a:lnTo>
                <a:lnTo>
                  <a:pt x="276225" y="66675"/>
                </a:lnTo>
                <a:lnTo>
                  <a:pt x="0" y="666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448533" y="635003"/>
            <a:ext cx="47625" cy="47625"/>
          </a:xfrm>
          <a:custGeom>
            <a:avLst/>
            <a:gdLst/>
            <a:ahLst/>
            <a:cxnLst/>
            <a:rect r="r" b="b" t="t" l="l"/>
            <a:pathLst>
              <a:path h="47625" w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729835" y="635003"/>
            <a:ext cx="47625" cy="47625"/>
          </a:xfrm>
          <a:custGeom>
            <a:avLst/>
            <a:gdLst/>
            <a:ahLst/>
            <a:cxnLst/>
            <a:rect r="r" b="b" t="t" l="l"/>
            <a:pathLst>
              <a:path h="47625" w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729835" y="861946"/>
            <a:ext cx="47625" cy="47625"/>
          </a:xfrm>
          <a:custGeom>
            <a:avLst/>
            <a:gdLst/>
            <a:ahLst/>
            <a:cxnLst/>
            <a:rect r="r" b="b" t="t" l="l"/>
            <a:pathLst>
              <a:path h="47625" w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441923" y="0"/>
            <a:ext cx="542925" cy="222247"/>
          </a:xfrm>
          <a:custGeom>
            <a:avLst/>
            <a:gdLst/>
            <a:ahLst/>
            <a:cxnLst/>
            <a:rect r="r" b="b" t="t" l="l"/>
            <a:pathLst>
              <a:path h="222247" w="542925">
                <a:moveTo>
                  <a:pt x="0" y="0"/>
                </a:moveTo>
                <a:lnTo>
                  <a:pt x="542925" y="0"/>
                </a:lnTo>
                <a:lnTo>
                  <a:pt x="542925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28573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8011137" y="635003"/>
            <a:ext cx="47625" cy="47625"/>
          </a:xfrm>
          <a:custGeom>
            <a:avLst/>
            <a:gdLst/>
            <a:ahLst/>
            <a:cxnLst/>
            <a:rect r="r" b="b" t="t" l="l"/>
            <a:pathLst>
              <a:path h="47625" w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8011137" y="861946"/>
            <a:ext cx="47625" cy="47625"/>
          </a:xfrm>
          <a:custGeom>
            <a:avLst/>
            <a:gdLst/>
            <a:ahLst/>
            <a:cxnLst/>
            <a:rect r="r" b="b" t="t" l="l"/>
            <a:pathLst>
              <a:path h="47625" w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721853" y="2052476"/>
            <a:ext cx="8267700" cy="8210550"/>
          </a:xfrm>
          <a:custGeom>
            <a:avLst/>
            <a:gdLst/>
            <a:ahLst/>
            <a:cxnLst/>
            <a:rect r="r" b="b" t="t" l="l"/>
            <a:pathLst>
              <a:path h="8210550" w="8267700">
                <a:moveTo>
                  <a:pt x="0" y="0"/>
                </a:moveTo>
                <a:lnTo>
                  <a:pt x="8267700" y="0"/>
                </a:lnTo>
                <a:lnTo>
                  <a:pt x="8267700" y="8210550"/>
                </a:lnTo>
                <a:lnTo>
                  <a:pt x="0" y="82105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471541" y="2424484"/>
            <a:ext cx="504825" cy="438150"/>
          </a:xfrm>
          <a:custGeom>
            <a:avLst/>
            <a:gdLst/>
            <a:ahLst/>
            <a:cxnLst/>
            <a:rect r="r" b="b" t="t" l="l"/>
            <a:pathLst>
              <a:path h="438150" w="504825">
                <a:moveTo>
                  <a:pt x="0" y="0"/>
                </a:moveTo>
                <a:lnTo>
                  <a:pt x="504825" y="0"/>
                </a:lnTo>
                <a:lnTo>
                  <a:pt x="5048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882766" y="2371849"/>
            <a:ext cx="523875" cy="542925"/>
          </a:xfrm>
          <a:custGeom>
            <a:avLst/>
            <a:gdLst/>
            <a:ahLst/>
            <a:cxnLst/>
            <a:rect r="r" b="b" t="t" l="l"/>
            <a:pathLst>
              <a:path h="542925" w="523875">
                <a:moveTo>
                  <a:pt x="0" y="0"/>
                </a:moveTo>
                <a:lnTo>
                  <a:pt x="523875" y="0"/>
                </a:lnTo>
                <a:lnTo>
                  <a:pt x="523875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910065" y="2674877"/>
            <a:ext cx="95250" cy="171450"/>
          </a:xfrm>
          <a:custGeom>
            <a:avLst/>
            <a:gdLst/>
            <a:ahLst/>
            <a:cxnLst/>
            <a:rect r="r" b="b" t="t" l="l"/>
            <a:pathLst>
              <a:path h="171450" w="95250">
                <a:moveTo>
                  <a:pt x="0" y="0"/>
                </a:moveTo>
                <a:lnTo>
                  <a:pt x="95250" y="0"/>
                </a:lnTo>
                <a:lnTo>
                  <a:pt x="95250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023479" y="2633091"/>
            <a:ext cx="95250" cy="219075"/>
          </a:xfrm>
          <a:custGeom>
            <a:avLst/>
            <a:gdLst/>
            <a:ahLst/>
            <a:cxnLst/>
            <a:rect r="r" b="b" t="t" l="l"/>
            <a:pathLst>
              <a:path h="219075" w="95250">
                <a:moveTo>
                  <a:pt x="0" y="0"/>
                </a:moveTo>
                <a:lnTo>
                  <a:pt x="95250" y="0"/>
                </a:lnTo>
                <a:lnTo>
                  <a:pt x="952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065650" y="2363410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453889" y="5400799"/>
            <a:ext cx="3143250" cy="3209925"/>
          </a:xfrm>
          <a:custGeom>
            <a:avLst/>
            <a:gdLst/>
            <a:ahLst/>
            <a:cxnLst/>
            <a:rect r="r" b="b" t="t" l="l"/>
            <a:pathLst>
              <a:path h="3209925" w="3143250">
                <a:moveTo>
                  <a:pt x="0" y="0"/>
                </a:moveTo>
                <a:lnTo>
                  <a:pt x="3143250" y="0"/>
                </a:lnTo>
                <a:lnTo>
                  <a:pt x="3143250" y="3209925"/>
                </a:lnTo>
                <a:lnTo>
                  <a:pt x="0" y="32099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52679" y="5043678"/>
            <a:ext cx="8296275" cy="466725"/>
          </a:xfrm>
          <a:custGeom>
            <a:avLst/>
            <a:gdLst/>
            <a:ahLst/>
            <a:cxnLst/>
            <a:rect r="r" b="b" t="t" l="l"/>
            <a:pathLst>
              <a:path h="466725" w="8296275">
                <a:moveTo>
                  <a:pt x="0" y="0"/>
                </a:moveTo>
                <a:lnTo>
                  <a:pt x="8296275" y="0"/>
                </a:lnTo>
                <a:lnTo>
                  <a:pt x="8296275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-32653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971027" y="1372552"/>
            <a:ext cx="8316973" cy="495300"/>
          </a:xfrm>
          <a:custGeom>
            <a:avLst/>
            <a:gdLst/>
            <a:ahLst/>
            <a:cxnLst/>
            <a:rect r="r" b="b" t="t" l="l"/>
            <a:pathLst>
              <a:path h="495300" w="8316973">
                <a:moveTo>
                  <a:pt x="0" y="0"/>
                </a:moveTo>
                <a:lnTo>
                  <a:pt x="8316973" y="0"/>
                </a:lnTo>
                <a:lnTo>
                  <a:pt x="8316973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-9401" t="-35073" r="-11307" b="-1465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297620" y="1385392"/>
            <a:ext cx="4705350" cy="504825"/>
          </a:xfrm>
          <a:custGeom>
            <a:avLst/>
            <a:gdLst/>
            <a:ahLst/>
            <a:cxnLst/>
            <a:rect r="r" b="b" t="t" l="l"/>
            <a:pathLst>
              <a:path h="504825" w="4705350">
                <a:moveTo>
                  <a:pt x="0" y="0"/>
                </a:moveTo>
                <a:lnTo>
                  <a:pt x="4705350" y="0"/>
                </a:lnTo>
                <a:lnTo>
                  <a:pt x="4705350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-3773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597378" y="10973"/>
            <a:ext cx="2600325" cy="1114425"/>
          </a:xfrm>
          <a:custGeom>
            <a:avLst/>
            <a:gdLst/>
            <a:ahLst/>
            <a:cxnLst/>
            <a:rect r="r" b="b" t="t" l="l"/>
            <a:pathLst>
              <a:path h="1114425" w="2600325">
                <a:moveTo>
                  <a:pt x="0" y="0"/>
                </a:moveTo>
                <a:lnTo>
                  <a:pt x="2600325" y="0"/>
                </a:lnTo>
                <a:lnTo>
                  <a:pt x="2600325" y="1114425"/>
                </a:lnTo>
                <a:lnTo>
                  <a:pt x="0" y="111442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1102" y="14354"/>
            <a:ext cx="1141124" cy="1141124"/>
          </a:xfrm>
          <a:custGeom>
            <a:avLst/>
            <a:gdLst/>
            <a:ahLst/>
            <a:cxnLst/>
            <a:rect r="r" b="b" t="t" l="l"/>
            <a:pathLst>
              <a:path h="1141124" w="1141124">
                <a:moveTo>
                  <a:pt x="0" y="0"/>
                </a:moveTo>
                <a:lnTo>
                  <a:pt x="1141123" y="0"/>
                </a:lnTo>
                <a:lnTo>
                  <a:pt x="1141123" y="1141124"/>
                </a:lnTo>
                <a:lnTo>
                  <a:pt x="0" y="1141124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2484872" y="2469604"/>
            <a:ext cx="69504" cy="69504"/>
            <a:chOff x="0" y="0"/>
            <a:chExt cx="69507" cy="6950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596" cy="69596"/>
            </a:xfrm>
            <a:custGeom>
              <a:avLst/>
              <a:gdLst/>
              <a:ahLst/>
              <a:cxnLst/>
              <a:rect r="r" b="b" t="t" l="l"/>
              <a:pathLst>
                <a:path h="69596" w="69596">
                  <a:moveTo>
                    <a:pt x="69469" y="34798"/>
                  </a:moveTo>
                  <a:cubicBezTo>
                    <a:pt x="69469" y="39370"/>
                    <a:pt x="68580" y="43815"/>
                    <a:pt x="66802" y="48133"/>
                  </a:cubicBezTo>
                  <a:cubicBezTo>
                    <a:pt x="65024" y="52451"/>
                    <a:pt x="62484" y="56134"/>
                    <a:pt x="59309" y="59436"/>
                  </a:cubicBezTo>
                  <a:cubicBezTo>
                    <a:pt x="56134" y="62738"/>
                    <a:pt x="52324" y="65151"/>
                    <a:pt x="48006" y="66929"/>
                  </a:cubicBezTo>
                  <a:cubicBezTo>
                    <a:pt x="43688" y="68707"/>
                    <a:pt x="39370" y="69596"/>
                    <a:pt x="34671" y="69596"/>
                  </a:cubicBezTo>
                  <a:cubicBezTo>
                    <a:pt x="29972" y="69596"/>
                    <a:pt x="25654" y="68707"/>
                    <a:pt x="21336" y="66929"/>
                  </a:cubicBezTo>
                  <a:cubicBezTo>
                    <a:pt x="17018" y="65151"/>
                    <a:pt x="13335" y="62611"/>
                    <a:pt x="10033" y="59436"/>
                  </a:cubicBezTo>
                  <a:cubicBezTo>
                    <a:pt x="6731" y="56261"/>
                    <a:pt x="4318" y="52451"/>
                    <a:pt x="2540" y="48133"/>
                  </a:cubicBezTo>
                  <a:cubicBezTo>
                    <a:pt x="762" y="43815"/>
                    <a:pt x="0" y="39370"/>
                    <a:pt x="0" y="34798"/>
                  </a:cubicBezTo>
                  <a:cubicBezTo>
                    <a:pt x="0" y="30226"/>
                    <a:pt x="889" y="25654"/>
                    <a:pt x="2667" y="21463"/>
                  </a:cubicBezTo>
                  <a:cubicBezTo>
                    <a:pt x="4445" y="17272"/>
                    <a:pt x="6858" y="13462"/>
                    <a:pt x="10160" y="10160"/>
                  </a:cubicBezTo>
                  <a:cubicBezTo>
                    <a:pt x="13462" y="6858"/>
                    <a:pt x="17145" y="4445"/>
                    <a:pt x="21463" y="2667"/>
                  </a:cubicBezTo>
                  <a:cubicBezTo>
                    <a:pt x="25781" y="889"/>
                    <a:pt x="30099" y="0"/>
                    <a:pt x="34798" y="0"/>
                  </a:cubicBezTo>
                  <a:cubicBezTo>
                    <a:pt x="39497" y="0"/>
                    <a:pt x="43815" y="889"/>
                    <a:pt x="48133" y="2667"/>
                  </a:cubicBezTo>
                  <a:cubicBezTo>
                    <a:pt x="52451" y="4445"/>
                    <a:pt x="56134" y="6985"/>
                    <a:pt x="59436" y="10160"/>
                  </a:cubicBezTo>
                  <a:cubicBezTo>
                    <a:pt x="62738" y="13335"/>
                    <a:pt x="65151" y="17145"/>
                    <a:pt x="66929" y="21463"/>
                  </a:cubicBezTo>
                  <a:cubicBezTo>
                    <a:pt x="68707" y="25781"/>
                    <a:pt x="69596" y="30099"/>
                    <a:pt x="69596" y="3479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2561244" y="3390843"/>
            <a:ext cx="69504" cy="69504"/>
            <a:chOff x="0" y="0"/>
            <a:chExt cx="69507" cy="695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596" cy="69596"/>
            </a:xfrm>
            <a:custGeom>
              <a:avLst/>
              <a:gdLst/>
              <a:ahLst/>
              <a:cxnLst/>
              <a:rect r="r" b="b" t="t" l="l"/>
              <a:pathLst>
                <a:path h="69596" w="69596">
                  <a:moveTo>
                    <a:pt x="69469" y="34798"/>
                  </a:moveTo>
                  <a:cubicBezTo>
                    <a:pt x="69469" y="39370"/>
                    <a:pt x="68580" y="43815"/>
                    <a:pt x="66802" y="48133"/>
                  </a:cubicBezTo>
                  <a:cubicBezTo>
                    <a:pt x="65024" y="52451"/>
                    <a:pt x="62484" y="56134"/>
                    <a:pt x="59309" y="59436"/>
                  </a:cubicBezTo>
                  <a:cubicBezTo>
                    <a:pt x="56134" y="62738"/>
                    <a:pt x="52324" y="65151"/>
                    <a:pt x="48006" y="66929"/>
                  </a:cubicBezTo>
                  <a:cubicBezTo>
                    <a:pt x="43688" y="68707"/>
                    <a:pt x="39370" y="69596"/>
                    <a:pt x="34671" y="69596"/>
                  </a:cubicBezTo>
                  <a:cubicBezTo>
                    <a:pt x="29972" y="69596"/>
                    <a:pt x="25654" y="68707"/>
                    <a:pt x="21336" y="66929"/>
                  </a:cubicBezTo>
                  <a:cubicBezTo>
                    <a:pt x="17018" y="65151"/>
                    <a:pt x="13335" y="62611"/>
                    <a:pt x="10033" y="59436"/>
                  </a:cubicBezTo>
                  <a:cubicBezTo>
                    <a:pt x="6731" y="56261"/>
                    <a:pt x="4318" y="52451"/>
                    <a:pt x="2540" y="48133"/>
                  </a:cubicBezTo>
                  <a:cubicBezTo>
                    <a:pt x="762" y="43815"/>
                    <a:pt x="0" y="39370"/>
                    <a:pt x="0" y="34798"/>
                  </a:cubicBezTo>
                  <a:cubicBezTo>
                    <a:pt x="0" y="30226"/>
                    <a:pt x="889" y="25654"/>
                    <a:pt x="2667" y="21463"/>
                  </a:cubicBezTo>
                  <a:cubicBezTo>
                    <a:pt x="4445" y="17272"/>
                    <a:pt x="6858" y="13462"/>
                    <a:pt x="10160" y="10160"/>
                  </a:cubicBezTo>
                  <a:cubicBezTo>
                    <a:pt x="13462" y="6858"/>
                    <a:pt x="17145" y="4445"/>
                    <a:pt x="21463" y="2667"/>
                  </a:cubicBezTo>
                  <a:cubicBezTo>
                    <a:pt x="25781" y="889"/>
                    <a:pt x="30099" y="0"/>
                    <a:pt x="34798" y="0"/>
                  </a:cubicBezTo>
                  <a:cubicBezTo>
                    <a:pt x="39497" y="0"/>
                    <a:pt x="43815" y="889"/>
                    <a:pt x="48133" y="2667"/>
                  </a:cubicBezTo>
                  <a:cubicBezTo>
                    <a:pt x="52451" y="4445"/>
                    <a:pt x="56134" y="6985"/>
                    <a:pt x="59436" y="10160"/>
                  </a:cubicBezTo>
                  <a:cubicBezTo>
                    <a:pt x="62738" y="13335"/>
                    <a:pt x="65151" y="17145"/>
                    <a:pt x="66929" y="21463"/>
                  </a:cubicBezTo>
                  <a:cubicBezTo>
                    <a:pt x="68707" y="25781"/>
                    <a:pt x="69596" y="30099"/>
                    <a:pt x="69596" y="3479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352330" y="7726470"/>
            <a:ext cx="2720178" cy="146047"/>
            <a:chOff x="0" y="0"/>
            <a:chExt cx="2720175" cy="146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0" y="63500"/>
              <a:ext cx="2521839" cy="19050"/>
            </a:xfrm>
            <a:custGeom>
              <a:avLst/>
              <a:gdLst/>
              <a:ahLst/>
              <a:cxnLst/>
              <a:rect r="r" b="b" t="t" l="l"/>
              <a:pathLst>
                <a:path h="19050" w="2521839">
                  <a:moveTo>
                    <a:pt x="0" y="0"/>
                  </a:moveTo>
                  <a:lnTo>
                    <a:pt x="0" y="19050"/>
                  </a:lnTo>
                  <a:lnTo>
                    <a:pt x="495808" y="19050"/>
                  </a:lnTo>
                  <a:lnTo>
                    <a:pt x="495808" y="0"/>
                  </a:lnTo>
                  <a:close/>
                  <a:moveTo>
                    <a:pt x="592582" y="0"/>
                  </a:moveTo>
                  <a:lnTo>
                    <a:pt x="592582" y="19050"/>
                  </a:lnTo>
                  <a:lnTo>
                    <a:pt x="1847977" y="19050"/>
                  </a:lnTo>
                  <a:lnTo>
                    <a:pt x="1847977" y="0"/>
                  </a:lnTo>
                  <a:close/>
                  <a:moveTo>
                    <a:pt x="2032762" y="0"/>
                  </a:moveTo>
                  <a:lnTo>
                    <a:pt x="2032762" y="19050"/>
                  </a:lnTo>
                  <a:lnTo>
                    <a:pt x="2521839" y="19050"/>
                  </a:lnTo>
                  <a:lnTo>
                    <a:pt x="2521839" y="0"/>
                  </a:lnTo>
                  <a:close/>
                </a:path>
              </a:pathLst>
            </a:custGeom>
            <a:solidFill>
              <a:srgbClr val="3B4A57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585212" y="63500"/>
              <a:ext cx="71374" cy="19050"/>
            </a:xfrm>
            <a:custGeom>
              <a:avLst/>
              <a:gdLst/>
              <a:ahLst/>
              <a:cxnLst/>
              <a:rect r="r" b="b" t="t" l="l"/>
              <a:pathLst>
                <a:path h="19050" w="71374">
                  <a:moveTo>
                    <a:pt x="0" y="0"/>
                  </a:moveTo>
                  <a:lnTo>
                    <a:pt x="71374" y="0"/>
                  </a:lnTo>
                  <a:lnTo>
                    <a:pt x="7137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70888" y="6359328"/>
            <a:ext cx="3226794" cy="155572"/>
            <a:chOff x="0" y="0"/>
            <a:chExt cx="3226791" cy="1555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63500" y="63500"/>
              <a:ext cx="3028188" cy="28575"/>
            </a:xfrm>
            <a:custGeom>
              <a:avLst/>
              <a:gdLst/>
              <a:ahLst/>
              <a:cxnLst/>
              <a:rect r="r" b="b" t="t" l="l"/>
              <a:pathLst>
                <a:path h="28575" w="3028188">
                  <a:moveTo>
                    <a:pt x="0" y="0"/>
                  </a:moveTo>
                  <a:lnTo>
                    <a:pt x="3028188" y="0"/>
                  </a:lnTo>
                  <a:lnTo>
                    <a:pt x="3028188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223C8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3091688" y="63500"/>
              <a:ext cx="71628" cy="28575"/>
            </a:xfrm>
            <a:custGeom>
              <a:avLst/>
              <a:gdLst/>
              <a:ahLst/>
              <a:cxnLst/>
              <a:rect r="r" b="b" t="t" l="l"/>
              <a:pathLst>
                <a:path h="28575" w="71628">
                  <a:moveTo>
                    <a:pt x="0" y="0"/>
                  </a:moveTo>
                  <a:lnTo>
                    <a:pt x="71628" y="0"/>
                  </a:lnTo>
                  <a:lnTo>
                    <a:pt x="71628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223C8A"/>
            </a:solidFill>
          </p:spPr>
        </p:sp>
      </p:grpSp>
      <p:grpSp>
        <p:nvGrpSpPr>
          <p:cNvPr name="Group 41" id="41"/>
          <p:cNvGrpSpPr>
            <a:grpSpLocks noChangeAspect="true"/>
          </p:cNvGrpSpPr>
          <p:nvPr/>
        </p:nvGrpSpPr>
        <p:grpSpPr>
          <a:xfrm rot="0">
            <a:off x="4838367" y="3617738"/>
            <a:ext cx="59512" cy="59512"/>
            <a:chOff x="0" y="0"/>
            <a:chExt cx="59512" cy="595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563" cy="59563"/>
            </a:xfrm>
            <a:custGeom>
              <a:avLst/>
              <a:gdLst/>
              <a:ahLst/>
              <a:cxnLst/>
              <a:rect r="r" b="b" t="t" l="l"/>
              <a:pathLst>
                <a:path h="59563" w="59563">
                  <a:moveTo>
                    <a:pt x="59563" y="29718"/>
                  </a:moveTo>
                  <a:cubicBezTo>
                    <a:pt x="59563" y="33655"/>
                    <a:pt x="58801" y="37465"/>
                    <a:pt x="57277" y="41148"/>
                  </a:cubicBezTo>
                  <a:cubicBezTo>
                    <a:pt x="55753" y="44831"/>
                    <a:pt x="53594" y="48006"/>
                    <a:pt x="50800" y="50800"/>
                  </a:cubicBezTo>
                  <a:cubicBezTo>
                    <a:pt x="48006" y="53594"/>
                    <a:pt x="44831" y="55753"/>
                    <a:pt x="41148" y="57277"/>
                  </a:cubicBezTo>
                  <a:cubicBezTo>
                    <a:pt x="37465" y="58801"/>
                    <a:pt x="33655" y="59563"/>
                    <a:pt x="29718" y="59563"/>
                  </a:cubicBezTo>
                  <a:cubicBezTo>
                    <a:pt x="25781" y="59563"/>
                    <a:pt x="21971" y="58801"/>
                    <a:pt x="18288" y="57277"/>
                  </a:cubicBezTo>
                  <a:cubicBezTo>
                    <a:pt x="14605" y="55753"/>
                    <a:pt x="11557" y="53594"/>
                    <a:pt x="8763" y="50800"/>
                  </a:cubicBezTo>
                  <a:cubicBezTo>
                    <a:pt x="5969" y="48006"/>
                    <a:pt x="3810" y="44831"/>
                    <a:pt x="2286" y="41148"/>
                  </a:cubicBezTo>
                  <a:cubicBezTo>
                    <a:pt x="762" y="37465"/>
                    <a:pt x="0" y="33655"/>
                    <a:pt x="0" y="29718"/>
                  </a:cubicBezTo>
                  <a:cubicBezTo>
                    <a:pt x="0" y="25781"/>
                    <a:pt x="762" y="21971"/>
                    <a:pt x="2286" y="18288"/>
                  </a:cubicBezTo>
                  <a:cubicBezTo>
                    <a:pt x="3810" y="14605"/>
                    <a:pt x="5969" y="11557"/>
                    <a:pt x="8763" y="8763"/>
                  </a:cubicBezTo>
                  <a:cubicBezTo>
                    <a:pt x="11557" y="5969"/>
                    <a:pt x="14732" y="3810"/>
                    <a:pt x="18415" y="2286"/>
                  </a:cubicBezTo>
                  <a:cubicBezTo>
                    <a:pt x="22098" y="762"/>
                    <a:pt x="25781" y="0"/>
                    <a:pt x="29718" y="0"/>
                  </a:cubicBezTo>
                  <a:cubicBezTo>
                    <a:pt x="33655" y="0"/>
                    <a:pt x="37465" y="762"/>
                    <a:pt x="41148" y="2286"/>
                  </a:cubicBezTo>
                  <a:cubicBezTo>
                    <a:pt x="44831" y="3810"/>
                    <a:pt x="48006" y="5969"/>
                    <a:pt x="50800" y="8763"/>
                  </a:cubicBezTo>
                  <a:cubicBezTo>
                    <a:pt x="53594" y="11557"/>
                    <a:pt x="55753" y="14732"/>
                    <a:pt x="57277" y="18415"/>
                  </a:cubicBezTo>
                  <a:cubicBezTo>
                    <a:pt x="58801" y="22098"/>
                    <a:pt x="59563" y="25908"/>
                    <a:pt x="59563" y="2984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3" id="43"/>
          <p:cNvGrpSpPr>
            <a:grpSpLocks noChangeAspect="true"/>
          </p:cNvGrpSpPr>
          <p:nvPr/>
        </p:nvGrpSpPr>
        <p:grpSpPr>
          <a:xfrm rot="0">
            <a:off x="5008007" y="2864244"/>
            <a:ext cx="68008" cy="68008"/>
            <a:chOff x="0" y="0"/>
            <a:chExt cx="68008" cy="6800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072" cy="67945"/>
            </a:xfrm>
            <a:custGeom>
              <a:avLst/>
              <a:gdLst/>
              <a:ahLst/>
              <a:cxnLst/>
              <a:rect r="r" b="b" t="t" l="l"/>
              <a:pathLst>
                <a:path h="67945" w="68072">
                  <a:moveTo>
                    <a:pt x="68072" y="34036"/>
                  </a:moveTo>
                  <a:cubicBezTo>
                    <a:pt x="68072" y="38608"/>
                    <a:pt x="67183" y="42926"/>
                    <a:pt x="65532" y="46990"/>
                  </a:cubicBezTo>
                  <a:cubicBezTo>
                    <a:pt x="63881" y="51054"/>
                    <a:pt x="61341" y="54864"/>
                    <a:pt x="58166" y="58039"/>
                  </a:cubicBezTo>
                  <a:cubicBezTo>
                    <a:pt x="54991" y="61214"/>
                    <a:pt x="51308" y="63627"/>
                    <a:pt x="47117" y="65405"/>
                  </a:cubicBezTo>
                  <a:cubicBezTo>
                    <a:pt x="42926" y="67183"/>
                    <a:pt x="38608" y="67945"/>
                    <a:pt x="34163" y="67945"/>
                  </a:cubicBezTo>
                  <a:cubicBezTo>
                    <a:pt x="29718" y="67945"/>
                    <a:pt x="25273" y="67056"/>
                    <a:pt x="21209" y="65405"/>
                  </a:cubicBezTo>
                  <a:cubicBezTo>
                    <a:pt x="17145" y="63754"/>
                    <a:pt x="13335" y="61214"/>
                    <a:pt x="10160" y="58039"/>
                  </a:cubicBezTo>
                  <a:cubicBezTo>
                    <a:pt x="6985" y="54864"/>
                    <a:pt x="4318" y="51181"/>
                    <a:pt x="2540" y="46990"/>
                  </a:cubicBezTo>
                  <a:cubicBezTo>
                    <a:pt x="762" y="42799"/>
                    <a:pt x="0" y="38481"/>
                    <a:pt x="0" y="34036"/>
                  </a:cubicBezTo>
                  <a:cubicBezTo>
                    <a:pt x="0" y="29591"/>
                    <a:pt x="889" y="25146"/>
                    <a:pt x="2540" y="21082"/>
                  </a:cubicBezTo>
                  <a:cubicBezTo>
                    <a:pt x="4191" y="17018"/>
                    <a:pt x="6731" y="13208"/>
                    <a:pt x="9906" y="10033"/>
                  </a:cubicBezTo>
                  <a:cubicBezTo>
                    <a:pt x="13081" y="6858"/>
                    <a:pt x="16764" y="4445"/>
                    <a:pt x="20955" y="2667"/>
                  </a:cubicBezTo>
                  <a:cubicBezTo>
                    <a:pt x="25146" y="889"/>
                    <a:pt x="29464" y="0"/>
                    <a:pt x="34036" y="0"/>
                  </a:cubicBezTo>
                  <a:cubicBezTo>
                    <a:pt x="38608" y="0"/>
                    <a:pt x="42926" y="889"/>
                    <a:pt x="46990" y="2540"/>
                  </a:cubicBezTo>
                  <a:cubicBezTo>
                    <a:pt x="51054" y="4191"/>
                    <a:pt x="54864" y="6731"/>
                    <a:pt x="58039" y="9906"/>
                  </a:cubicBezTo>
                  <a:cubicBezTo>
                    <a:pt x="61214" y="13081"/>
                    <a:pt x="63627" y="16764"/>
                    <a:pt x="65405" y="20955"/>
                  </a:cubicBezTo>
                  <a:cubicBezTo>
                    <a:pt x="67183" y="25146"/>
                    <a:pt x="67945" y="29464"/>
                    <a:pt x="67945" y="3390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5" id="45"/>
          <p:cNvGrpSpPr>
            <a:grpSpLocks noChangeAspect="true"/>
          </p:cNvGrpSpPr>
          <p:nvPr/>
        </p:nvGrpSpPr>
        <p:grpSpPr>
          <a:xfrm rot="0">
            <a:off x="3341751" y="8987742"/>
            <a:ext cx="3084957" cy="155572"/>
            <a:chOff x="0" y="0"/>
            <a:chExt cx="3084957" cy="15557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63500" y="63500"/>
              <a:ext cx="2886202" cy="28575"/>
            </a:xfrm>
            <a:custGeom>
              <a:avLst/>
              <a:gdLst/>
              <a:ahLst/>
              <a:cxnLst/>
              <a:rect r="r" b="b" t="t" l="l"/>
              <a:pathLst>
                <a:path h="28575" w="2886202">
                  <a:moveTo>
                    <a:pt x="0" y="0"/>
                  </a:moveTo>
                  <a:lnTo>
                    <a:pt x="0" y="28575"/>
                  </a:lnTo>
                  <a:lnTo>
                    <a:pt x="1231900" y="28575"/>
                  </a:lnTo>
                  <a:lnTo>
                    <a:pt x="1231900" y="0"/>
                  </a:lnTo>
                  <a:close/>
                  <a:moveTo>
                    <a:pt x="1352042" y="0"/>
                  </a:moveTo>
                  <a:lnTo>
                    <a:pt x="1352042" y="28575"/>
                  </a:lnTo>
                  <a:lnTo>
                    <a:pt x="2886202" y="28575"/>
                  </a:lnTo>
                  <a:lnTo>
                    <a:pt x="2886202" y="0"/>
                  </a:lnTo>
                  <a:close/>
                </a:path>
              </a:pathLst>
            </a:custGeom>
            <a:solidFill>
              <a:srgbClr val="223C8A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2949702" y="63500"/>
              <a:ext cx="71755" cy="28575"/>
            </a:xfrm>
            <a:custGeom>
              <a:avLst/>
              <a:gdLst/>
              <a:ahLst/>
              <a:cxnLst/>
              <a:rect r="r" b="b" t="t" l="l"/>
              <a:pathLst>
                <a:path h="28575" w="71755">
                  <a:moveTo>
                    <a:pt x="0" y="0"/>
                  </a:moveTo>
                  <a:lnTo>
                    <a:pt x="71755" y="0"/>
                  </a:lnTo>
                  <a:lnTo>
                    <a:pt x="7175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223C8A"/>
            </a:solidFill>
          </p:spPr>
        </p:sp>
      </p:grpSp>
      <p:grpSp>
        <p:nvGrpSpPr>
          <p:cNvPr name="Group 48" id="48"/>
          <p:cNvGrpSpPr>
            <a:grpSpLocks noChangeAspect="true"/>
          </p:cNvGrpSpPr>
          <p:nvPr/>
        </p:nvGrpSpPr>
        <p:grpSpPr>
          <a:xfrm rot="0">
            <a:off x="6692265" y="6337754"/>
            <a:ext cx="2453430" cy="19050"/>
            <a:chOff x="0" y="0"/>
            <a:chExt cx="2453437" cy="190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94763" cy="19050"/>
            </a:xfrm>
            <a:custGeom>
              <a:avLst/>
              <a:gdLst/>
              <a:ahLst/>
              <a:cxnLst/>
              <a:rect r="r" b="b" t="t" l="l"/>
              <a:pathLst>
                <a:path h="19050" w="2294763">
                  <a:moveTo>
                    <a:pt x="0" y="0"/>
                  </a:moveTo>
                  <a:lnTo>
                    <a:pt x="0" y="19050"/>
                  </a:lnTo>
                  <a:lnTo>
                    <a:pt x="2294763" y="19050"/>
                  </a:lnTo>
                  <a:lnTo>
                    <a:pt x="2294763" y="0"/>
                  </a:lnTo>
                  <a:close/>
                </a:path>
              </a:pathLst>
            </a:custGeom>
            <a:solidFill>
              <a:srgbClr val="223C8A"/>
            </a:solidFill>
          </p:spPr>
        </p:sp>
      </p:grpSp>
      <p:grpSp>
        <p:nvGrpSpPr>
          <p:cNvPr name="Group 50" id="50"/>
          <p:cNvGrpSpPr>
            <a:grpSpLocks noChangeAspect="true"/>
          </p:cNvGrpSpPr>
          <p:nvPr/>
        </p:nvGrpSpPr>
        <p:grpSpPr>
          <a:xfrm rot="0">
            <a:off x="6647659" y="7758655"/>
            <a:ext cx="2711396" cy="146047"/>
            <a:chOff x="0" y="0"/>
            <a:chExt cx="2711399" cy="1460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63500" y="63500"/>
              <a:ext cx="2512949" cy="19050"/>
            </a:xfrm>
            <a:custGeom>
              <a:avLst/>
              <a:gdLst/>
              <a:ahLst/>
              <a:cxnLst/>
              <a:rect r="r" b="b" t="t" l="l"/>
              <a:pathLst>
                <a:path h="19050" w="2512949">
                  <a:moveTo>
                    <a:pt x="0" y="0"/>
                  </a:moveTo>
                  <a:lnTo>
                    <a:pt x="0" y="19050"/>
                  </a:lnTo>
                  <a:lnTo>
                    <a:pt x="1328801" y="19050"/>
                  </a:lnTo>
                  <a:lnTo>
                    <a:pt x="1328801" y="0"/>
                  </a:lnTo>
                  <a:close/>
                  <a:moveTo>
                    <a:pt x="1448435" y="0"/>
                  </a:moveTo>
                  <a:lnTo>
                    <a:pt x="1448435" y="19050"/>
                  </a:lnTo>
                  <a:lnTo>
                    <a:pt x="2512949" y="19050"/>
                  </a:lnTo>
                  <a:lnTo>
                    <a:pt x="2512949" y="0"/>
                  </a:lnTo>
                  <a:close/>
                </a:path>
              </a:pathLst>
            </a:custGeom>
            <a:solidFill>
              <a:srgbClr val="223C8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2576449" y="63500"/>
              <a:ext cx="71374" cy="19050"/>
            </a:xfrm>
            <a:custGeom>
              <a:avLst/>
              <a:gdLst/>
              <a:ahLst/>
              <a:cxnLst/>
              <a:rect r="r" b="b" t="t" l="l"/>
              <a:pathLst>
                <a:path h="19050" w="71374">
                  <a:moveTo>
                    <a:pt x="0" y="0"/>
                  </a:moveTo>
                  <a:lnTo>
                    <a:pt x="71374" y="0"/>
                  </a:lnTo>
                  <a:lnTo>
                    <a:pt x="7137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23C8A"/>
            </a:solidFill>
          </p:spPr>
        </p:sp>
      </p:grpSp>
      <p:grpSp>
        <p:nvGrpSpPr>
          <p:cNvPr name="Group 53" id="53"/>
          <p:cNvGrpSpPr>
            <a:grpSpLocks noChangeAspect="true"/>
          </p:cNvGrpSpPr>
          <p:nvPr/>
        </p:nvGrpSpPr>
        <p:grpSpPr>
          <a:xfrm rot="0">
            <a:off x="11123428" y="6139358"/>
            <a:ext cx="1230259" cy="155572"/>
            <a:chOff x="0" y="0"/>
            <a:chExt cx="1230262" cy="1555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63500" y="63500"/>
              <a:ext cx="1030097" cy="28575"/>
            </a:xfrm>
            <a:custGeom>
              <a:avLst/>
              <a:gdLst/>
              <a:ahLst/>
              <a:cxnLst/>
              <a:rect r="r" b="b" t="t" l="l"/>
              <a:pathLst>
                <a:path h="28575" w="1030097">
                  <a:moveTo>
                    <a:pt x="0" y="0"/>
                  </a:moveTo>
                  <a:lnTo>
                    <a:pt x="1030097" y="0"/>
                  </a:lnTo>
                  <a:lnTo>
                    <a:pt x="1030097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223C8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1093597" y="63500"/>
              <a:ext cx="73279" cy="28575"/>
            </a:xfrm>
            <a:custGeom>
              <a:avLst/>
              <a:gdLst/>
              <a:ahLst/>
              <a:cxnLst/>
              <a:rect r="r" b="b" t="t" l="l"/>
              <a:pathLst>
                <a:path h="28575" w="73279">
                  <a:moveTo>
                    <a:pt x="0" y="0"/>
                  </a:moveTo>
                  <a:lnTo>
                    <a:pt x="73279" y="0"/>
                  </a:lnTo>
                  <a:lnTo>
                    <a:pt x="73279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223C8A"/>
            </a:solidFill>
          </p:spPr>
        </p:sp>
      </p:grpSp>
      <p:grpSp>
        <p:nvGrpSpPr>
          <p:cNvPr name="Group 56" id="56"/>
          <p:cNvGrpSpPr>
            <a:grpSpLocks noChangeAspect="true"/>
          </p:cNvGrpSpPr>
          <p:nvPr/>
        </p:nvGrpSpPr>
        <p:grpSpPr>
          <a:xfrm rot="0">
            <a:off x="11764756" y="2783843"/>
            <a:ext cx="1524000" cy="19050"/>
            <a:chOff x="0" y="0"/>
            <a:chExt cx="1524000" cy="190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524000" cy="19050"/>
            </a:xfrm>
            <a:custGeom>
              <a:avLst/>
              <a:gdLst/>
              <a:ahLst/>
              <a:cxnLst/>
              <a:rect r="r" b="b" t="t" l="l"/>
              <a:pathLst>
                <a:path h="19050" w="1524000">
                  <a:moveTo>
                    <a:pt x="0" y="0"/>
                  </a:moveTo>
                  <a:lnTo>
                    <a:pt x="0" y="19050"/>
                  </a:lnTo>
                  <a:lnTo>
                    <a:pt x="1003935" y="19050"/>
                  </a:lnTo>
                  <a:lnTo>
                    <a:pt x="1003935" y="0"/>
                  </a:lnTo>
                  <a:close/>
                  <a:moveTo>
                    <a:pt x="1164082" y="0"/>
                  </a:moveTo>
                  <a:lnTo>
                    <a:pt x="1164082" y="19050"/>
                  </a:lnTo>
                  <a:lnTo>
                    <a:pt x="1524000" y="1905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C746"/>
            </a:solidFill>
          </p:spPr>
        </p:sp>
      </p:grpSp>
      <p:grpSp>
        <p:nvGrpSpPr>
          <p:cNvPr name="Group 58" id="58"/>
          <p:cNvGrpSpPr>
            <a:grpSpLocks noChangeAspect="true"/>
          </p:cNvGrpSpPr>
          <p:nvPr/>
        </p:nvGrpSpPr>
        <p:grpSpPr>
          <a:xfrm rot="0">
            <a:off x="11701262" y="3015615"/>
            <a:ext cx="1322832" cy="146047"/>
            <a:chOff x="0" y="0"/>
            <a:chExt cx="1322832" cy="1460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63500" y="63500"/>
              <a:ext cx="1132205" cy="19050"/>
            </a:xfrm>
            <a:custGeom>
              <a:avLst/>
              <a:gdLst/>
              <a:ahLst/>
              <a:cxnLst/>
              <a:rect r="r" b="b" t="t" l="l"/>
              <a:pathLst>
                <a:path h="19050" w="1132205">
                  <a:moveTo>
                    <a:pt x="0" y="0"/>
                  </a:moveTo>
                  <a:lnTo>
                    <a:pt x="0" y="19050"/>
                  </a:lnTo>
                  <a:lnTo>
                    <a:pt x="988949" y="19050"/>
                  </a:lnTo>
                  <a:lnTo>
                    <a:pt x="988949" y="0"/>
                  </a:lnTo>
                  <a:close/>
                  <a:moveTo>
                    <a:pt x="1093470" y="0"/>
                  </a:moveTo>
                  <a:lnTo>
                    <a:pt x="1093470" y="19050"/>
                  </a:lnTo>
                  <a:lnTo>
                    <a:pt x="1132205" y="19050"/>
                  </a:lnTo>
                  <a:lnTo>
                    <a:pt x="1132205" y="0"/>
                  </a:lnTo>
                  <a:close/>
                </a:path>
              </a:pathLst>
            </a:custGeom>
            <a:solidFill>
              <a:srgbClr val="FFC746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195832" y="63500"/>
              <a:ext cx="63500" cy="19050"/>
            </a:xfrm>
            <a:custGeom>
              <a:avLst/>
              <a:gdLst/>
              <a:ahLst/>
              <a:cxnLst/>
              <a:rect r="r" b="b" t="t" l="l"/>
              <a:pathLst>
                <a:path h="19050" w="63500">
                  <a:moveTo>
                    <a:pt x="0" y="0"/>
                  </a:moveTo>
                  <a:lnTo>
                    <a:pt x="63500" y="0"/>
                  </a:lnTo>
                  <a:lnTo>
                    <a:pt x="63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C746"/>
            </a:solidFill>
          </p:spPr>
        </p:sp>
      </p:grpSp>
      <p:grpSp>
        <p:nvGrpSpPr>
          <p:cNvPr name="Group 61" id="61"/>
          <p:cNvGrpSpPr>
            <a:grpSpLocks noChangeAspect="true"/>
          </p:cNvGrpSpPr>
          <p:nvPr/>
        </p:nvGrpSpPr>
        <p:grpSpPr>
          <a:xfrm rot="0">
            <a:off x="13932665" y="6937515"/>
            <a:ext cx="2603944" cy="146047"/>
            <a:chOff x="0" y="0"/>
            <a:chExt cx="2603944" cy="14605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63500" y="63500"/>
              <a:ext cx="2407920" cy="19050"/>
            </a:xfrm>
            <a:custGeom>
              <a:avLst/>
              <a:gdLst/>
              <a:ahLst/>
              <a:cxnLst/>
              <a:rect r="r" b="b" t="t" l="l"/>
              <a:pathLst>
                <a:path h="19050" w="2407920">
                  <a:moveTo>
                    <a:pt x="0" y="0"/>
                  </a:moveTo>
                  <a:lnTo>
                    <a:pt x="0" y="19050"/>
                  </a:lnTo>
                  <a:lnTo>
                    <a:pt x="2252218" y="19050"/>
                  </a:lnTo>
                  <a:lnTo>
                    <a:pt x="2252218" y="0"/>
                  </a:lnTo>
                  <a:close/>
                  <a:moveTo>
                    <a:pt x="2366899" y="0"/>
                  </a:moveTo>
                  <a:lnTo>
                    <a:pt x="2366899" y="19050"/>
                  </a:lnTo>
                  <a:lnTo>
                    <a:pt x="2407920" y="19050"/>
                  </a:lnTo>
                  <a:lnTo>
                    <a:pt x="2407920" y="0"/>
                  </a:lnTo>
                  <a:close/>
                </a:path>
              </a:pathLst>
            </a:custGeom>
            <a:solidFill>
              <a:srgbClr val="FFC746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2471420" y="63500"/>
              <a:ext cx="69088" cy="19050"/>
            </a:xfrm>
            <a:custGeom>
              <a:avLst/>
              <a:gdLst/>
              <a:ahLst/>
              <a:cxnLst/>
              <a:rect r="r" b="b" t="t" l="l"/>
              <a:pathLst>
                <a:path h="19050" w="69088">
                  <a:moveTo>
                    <a:pt x="0" y="0"/>
                  </a:moveTo>
                  <a:lnTo>
                    <a:pt x="69088" y="0"/>
                  </a:lnTo>
                  <a:lnTo>
                    <a:pt x="6908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C746"/>
            </a:solidFill>
          </p:spPr>
        </p:sp>
      </p:grpSp>
      <p:grpSp>
        <p:nvGrpSpPr>
          <p:cNvPr name="Group 64" id="64"/>
          <p:cNvGrpSpPr>
            <a:grpSpLocks noChangeAspect="true"/>
          </p:cNvGrpSpPr>
          <p:nvPr/>
        </p:nvGrpSpPr>
        <p:grpSpPr>
          <a:xfrm rot="0">
            <a:off x="14558743" y="3724027"/>
            <a:ext cx="2693537" cy="146047"/>
            <a:chOff x="0" y="0"/>
            <a:chExt cx="2693543" cy="1460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63500" y="63500"/>
              <a:ext cx="2502916" cy="19050"/>
            </a:xfrm>
            <a:custGeom>
              <a:avLst/>
              <a:gdLst/>
              <a:ahLst/>
              <a:cxnLst/>
              <a:rect r="r" b="b" t="t" l="l"/>
              <a:pathLst>
                <a:path h="19050" w="2502916">
                  <a:moveTo>
                    <a:pt x="0" y="0"/>
                  </a:moveTo>
                  <a:lnTo>
                    <a:pt x="0" y="19050"/>
                  </a:lnTo>
                  <a:lnTo>
                    <a:pt x="194691" y="19050"/>
                  </a:lnTo>
                  <a:lnTo>
                    <a:pt x="194691" y="0"/>
                  </a:lnTo>
                  <a:close/>
                  <a:moveTo>
                    <a:pt x="269494" y="0"/>
                  </a:moveTo>
                  <a:lnTo>
                    <a:pt x="269494" y="19050"/>
                  </a:lnTo>
                  <a:lnTo>
                    <a:pt x="2359152" y="19050"/>
                  </a:lnTo>
                  <a:lnTo>
                    <a:pt x="2359152" y="0"/>
                  </a:lnTo>
                  <a:close/>
                  <a:moveTo>
                    <a:pt x="2464054" y="0"/>
                  </a:moveTo>
                  <a:lnTo>
                    <a:pt x="2464054" y="19050"/>
                  </a:lnTo>
                  <a:lnTo>
                    <a:pt x="2502916" y="19050"/>
                  </a:lnTo>
                  <a:lnTo>
                    <a:pt x="2502916" y="0"/>
                  </a:lnTo>
                  <a:close/>
                </a:path>
              </a:pathLst>
            </a:custGeom>
            <a:solidFill>
              <a:srgbClr val="FFC746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2566289" y="63500"/>
              <a:ext cx="63754" cy="19050"/>
            </a:xfrm>
            <a:custGeom>
              <a:avLst/>
              <a:gdLst/>
              <a:ahLst/>
              <a:cxnLst/>
              <a:rect r="r" b="b" t="t" l="l"/>
              <a:pathLst>
                <a:path h="19050" w="63754">
                  <a:moveTo>
                    <a:pt x="0" y="0"/>
                  </a:moveTo>
                  <a:lnTo>
                    <a:pt x="63754" y="0"/>
                  </a:lnTo>
                  <a:lnTo>
                    <a:pt x="637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C746"/>
            </a:solidFill>
          </p:spPr>
        </p:sp>
      </p:grpSp>
      <p:grpSp>
        <p:nvGrpSpPr>
          <p:cNvPr name="Group 67" id="67"/>
          <p:cNvGrpSpPr>
            <a:grpSpLocks noChangeAspect="true"/>
          </p:cNvGrpSpPr>
          <p:nvPr/>
        </p:nvGrpSpPr>
        <p:grpSpPr>
          <a:xfrm rot="0">
            <a:off x="153010" y="116262"/>
            <a:ext cx="937308" cy="937308"/>
            <a:chOff x="0" y="0"/>
            <a:chExt cx="1249744" cy="124974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49680" cy="1249680"/>
            </a:xfrm>
            <a:custGeom>
              <a:avLst/>
              <a:gdLst/>
              <a:ahLst/>
              <a:cxnLst/>
              <a:rect r="r" b="b" t="t" l="l"/>
              <a:pathLst>
                <a:path h="1249680" w="1249680">
                  <a:moveTo>
                    <a:pt x="624840" y="0"/>
                  </a:moveTo>
                  <a:cubicBezTo>
                    <a:pt x="279781" y="0"/>
                    <a:pt x="0" y="279781"/>
                    <a:pt x="0" y="624840"/>
                  </a:cubicBezTo>
                  <a:cubicBezTo>
                    <a:pt x="0" y="969899"/>
                    <a:pt x="279781" y="1249680"/>
                    <a:pt x="624840" y="1249680"/>
                  </a:cubicBezTo>
                  <a:cubicBezTo>
                    <a:pt x="969899" y="1249680"/>
                    <a:pt x="1249680" y="969899"/>
                    <a:pt x="1249680" y="624840"/>
                  </a:cubicBezTo>
                  <a:cubicBezTo>
                    <a:pt x="1249680" y="279781"/>
                    <a:pt x="970026" y="0"/>
                    <a:pt x="624840" y="0"/>
                  </a:cubicBezTo>
                  <a:close/>
                </a:path>
              </a:pathLst>
            </a:custGeom>
            <a:blipFill>
              <a:blip r:embed="rId32"/>
              <a:stretch>
                <a:fillRect l="-39039" t="-36642" r="-39227" b="-41624"/>
              </a:stretch>
            </a:blipFill>
          </p:spPr>
        </p:sp>
      </p:grpSp>
      <p:grpSp>
        <p:nvGrpSpPr>
          <p:cNvPr name="Group 69" id="69"/>
          <p:cNvGrpSpPr>
            <a:grpSpLocks noChangeAspect="true"/>
          </p:cNvGrpSpPr>
          <p:nvPr/>
        </p:nvGrpSpPr>
        <p:grpSpPr>
          <a:xfrm rot="0">
            <a:off x="3502562" y="806186"/>
            <a:ext cx="10095462" cy="47625"/>
            <a:chOff x="0" y="0"/>
            <a:chExt cx="10095459" cy="4762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095484" cy="47625"/>
            </a:xfrm>
            <a:custGeom>
              <a:avLst/>
              <a:gdLst/>
              <a:ahLst/>
              <a:cxnLst/>
              <a:rect r="r" b="b" t="t" l="l"/>
              <a:pathLst>
                <a:path h="47625" w="10095484">
                  <a:moveTo>
                    <a:pt x="0" y="0"/>
                  </a:moveTo>
                  <a:lnTo>
                    <a:pt x="10095484" y="0"/>
                  </a:lnTo>
                  <a:lnTo>
                    <a:pt x="10095484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1" id="71"/>
          <p:cNvSpPr/>
          <p:nvPr/>
        </p:nvSpPr>
        <p:spPr>
          <a:xfrm flipH="false" flipV="false" rot="0">
            <a:off x="4225471" y="6201975"/>
            <a:ext cx="1604524" cy="1604524"/>
          </a:xfrm>
          <a:custGeom>
            <a:avLst/>
            <a:gdLst/>
            <a:ahLst/>
            <a:cxnLst/>
            <a:rect r="r" b="b" t="t" l="l"/>
            <a:pathLst>
              <a:path h="1604524" w="1604524">
                <a:moveTo>
                  <a:pt x="0" y="0"/>
                </a:moveTo>
                <a:lnTo>
                  <a:pt x="1604524" y="0"/>
                </a:lnTo>
                <a:lnTo>
                  <a:pt x="1604524" y="1604524"/>
                </a:lnTo>
                <a:lnTo>
                  <a:pt x="0" y="1604524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>
            <a:grpSpLocks noChangeAspect="true"/>
          </p:cNvGrpSpPr>
          <p:nvPr/>
        </p:nvGrpSpPr>
        <p:grpSpPr>
          <a:xfrm rot="0">
            <a:off x="4344934" y="6321438"/>
            <a:ext cx="1365618" cy="1365618"/>
            <a:chOff x="0" y="0"/>
            <a:chExt cx="1820824" cy="182082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20926" cy="1820926"/>
            </a:xfrm>
            <a:custGeom>
              <a:avLst/>
              <a:gdLst/>
              <a:ahLst/>
              <a:cxnLst/>
              <a:rect r="r" b="b" t="t" l="l"/>
              <a:pathLst>
                <a:path h="1820926" w="1820926">
                  <a:moveTo>
                    <a:pt x="910463" y="0"/>
                  </a:moveTo>
                  <a:cubicBezTo>
                    <a:pt x="407543" y="0"/>
                    <a:pt x="0" y="407543"/>
                    <a:pt x="0" y="910463"/>
                  </a:cubicBezTo>
                  <a:cubicBezTo>
                    <a:pt x="0" y="1413383"/>
                    <a:pt x="407543" y="1820926"/>
                    <a:pt x="910463" y="1820926"/>
                  </a:cubicBezTo>
                  <a:cubicBezTo>
                    <a:pt x="1413383" y="1820926"/>
                    <a:pt x="1820926" y="1413383"/>
                    <a:pt x="1820926" y="910463"/>
                  </a:cubicBezTo>
                  <a:cubicBezTo>
                    <a:pt x="1820926" y="407543"/>
                    <a:pt x="1413256" y="0"/>
                    <a:pt x="910463" y="0"/>
                  </a:cubicBezTo>
                  <a:close/>
                </a:path>
              </a:pathLst>
            </a:custGeom>
            <a:blipFill>
              <a:blip r:embed="rId32"/>
              <a:stretch>
                <a:fillRect l="-39034" t="-36638" r="-39212" b="-41609"/>
              </a:stretch>
            </a:blipFill>
          </p:spPr>
        </p:sp>
      </p:grpSp>
      <p:sp>
        <p:nvSpPr>
          <p:cNvPr name="Freeform 74" id="74"/>
          <p:cNvSpPr/>
          <p:nvPr/>
        </p:nvSpPr>
        <p:spPr>
          <a:xfrm flipH="false" flipV="false" rot="0">
            <a:off x="658044" y="2363410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75" id="75"/>
          <p:cNvSpPr txBox="true"/>
          <p:nvPr/>
        </p:nvSpPr>
        <p:spPr>
          <a:xfrm rot="0">
            <a:off x="11186932" y="5884678"/>
            <a:ext cx="1125226" cy="43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223C8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Scalable 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996159" y="6703971"/>
            <a:ext cx="2681030" cy="237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172">
                <a:solidFill>
                  <a:srgbClr val="FFC74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Financial Feasibility </a:t>
            </a:r>
          </a:p>
          <a:p>
            <a:pPr algn="l">
              <a:lnSpc>
                <a:spcPts val="2325"/>
              </a:lnSpc>
            </a:pPr>
            <a:r>
              <a:rPr lang="en-US" sz="16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Early detectionof issues(e.g., fixing potholes) prevents accidents, lowering</a:t>
            </a:r>
            <a:r>
              <a:rPr lang="en-US" sz="162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1874"/>
              </a:lnSpc>
            </a:pPr>
            <a:r>
              <a:rPr lang="en-US" sz="16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repair/health costs. </a:t>
            </a:r>
          </a:p>
          <a:p>
            <a:pPr algn="l">
              <a:lnSpc>
                <a:spcPts val="2174"/>
              </a:lnSpc>
            </a:pPr>
            <a:r>
              <a:rPr lang="en-US" sz="16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Reduces duplicationof work and</a:t>
            </a:r>
            <a:r>
              <a:rPr lang="en-US" sz="167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repeated repairs through verified reporting.</a:t>
            </a:r>
            <a:r>
              <a:rPr lang="en-US" sz="167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622247" y="3505362"/>
            <a:ext cx="2617803" cy="1123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4">
                <a:solidFill>
                  <a:srgbClr val="FFC74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Operational Feasibility </a:t>
            </a:r>
          </a:p>
          <a:p>
            <a:pPr algn="l">
              <a:lnSpc>
                <a:spcPts val="1800"/>
              </a:lnSpc>
            </a:pPr>
            <a:r>
              <a:rPr lang="en-US" sz="14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Real-time dashboardsprovide Transparency to officials and citizens.</a:t>
            </a:r>
            <a:r>
              <a:rPr lang="en-US" sz="149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52679" y="6565030"/>
            <a:ext cx="2417512" cy="26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6">
                <a:solidFill>
                  <a:srgbClr val="61696E"/>
                </a:solidFill>
                <a:latin typeface="Roboto"/>
                <a:ea typeface="Roboto"/>
                <a:cs typeface="Roboto"/>
                <a:sym typeface="Roboto"/>
              </a:rPr>
              <a:t>Promote app adoption via 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52679" y="6808870"/>
            <a:ext cx="1127627" cy="26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6">
                <a:solidFill>
                  <a:srgbClr val="61696E"/>
                </a:solidFill>
                <a:latin typeface="Roboto"/>
                <a:ea typeface="Roboto"/>
                <a:cs typeface="Roboto"/>
                <a:sym typeface="Roboto"/>
              </a:rPr>
              <a:t>compaigns.</a:t>
            </a:r>
            <a:r>
              <a:rPr lang="en-US" sz="15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32664" y="7961347"/>
            <a:ext cx="2701566" cy="64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596">
                <a:solidFill>
                  <a:srgbClr val="3B4A57"/>
                </a:solidFill>
                <a:latin typeface="Roboto"/>
                <a:ea typeface="Roboto"/>
                <a:cs typeface="Roboto"/>
                <a:sym typeface="Roboto"/>
              </a:rPr>
              <a:t>Each complaint gets an ID for easy</a:t>
            </a:r>
            <a:r>
              <a:rPr lang="en-US" sz="15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96">
                <a:solidFill>
                  <a:srgbClr val="3B4A57"/>
                </a:solidFill>
                <a:latin typeface="Roboto"/>
                <a:ea typeface="Roboto"/>
                <a:cs typeface="Roboto"/>
                <a:sym typeface="Roboto"/>
              </a:rPr>
              <a:t>Progress tracking.</a:t>
            </a:r>
            <a:r>
              <a:rPr lang="en-US" sz="15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463184" y="6429727"/>
            <a:ext cx="2871959" cy="121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164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Architecture supports adding more users, complaints, and departments without major changes.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0797664" y="7650185"/>
            <a:ext cx="48368" cy="24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50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463184" y="7640660"/>
            <a:ext cx="2871978" cy="25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50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Canstart at wardlevel and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0463184" y="7890605"/>
            <a:ext cx="2849080" cy="53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50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expand to city, district,and state. </a:t>
            </a:r>
          </a:p>
          <a:p>
            <a:pPr algn="l">
              <a:lnSpc>
                <a:spcPts val="2405"/>
              </a:lnSpc>
            </a:pPr>
            <a:r>
              <a:rPr lang="en-US" sz="150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Future integration possible with 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0801855" y="2231793"/>
            <a:ext cx="524123" cy="51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2"/>
              </a:lnSpc>
            </a:pPr>
            <a:r>
              <a:rPr lang="en-US" sz="2952">
                <a:solidFill>
                  <a:srgbClr val="1DAD97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r>
              <a:rPr lang="en-US" sz="29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6598522" y="9470269"/>
            <a:ext cx="524123" cy="51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2"/>
              </a:lnSpc>
            </a:pPr>
            <a:r>
              <a:rPr lang="en-US" sz="2952">
                <a:solidFill>
                  <a:srgbClr val="A02467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r>
              <a:rPr lang="en-US" sz="29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7212208" y="2945397"/>
            <a:ext cx="524123" cy="51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2"/>
              </a:lnSpc>
            </a:pPr>
            <a:r>
              <a:rPr lang="en-US" sz="2952">
                <a:solidFill>
                  <a:srgbClr val="223C8A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r>
              <a:rPr lang="en-US" sz="29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1764756" y="2549700"/>
            <a:ext cx="1554394" cy="62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999">
                <a:solidFill>
                  <a:srgbClr val="FFC746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Technological Feasibility 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450041" y="3133858"/>
            <a:ext cx="2468061" cy="222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1"/>
              </a:lnSpc>
            </a:pPr>
            <a:r>
              <a:rPr lang="en-US" sz="13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Mobile-first design ensures accessbilty for the citizens.</a:t>
            </a:r>
            <a:r>
              <a:rPr lang="en-US" sz="13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2709"/>
              </a:lnSpc>
            </a:pPr>
            <a:r>
              <a:rPr lang="en-US" sz="13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Geotagging links issues to exact </a:t>
            </a:r>
          </a:p>
          <a:p>
            <a:pPr algn="l">
              <a:lnSpc>
                <a:spcPts val="1219"/>
              </a:lnSpc>
            </a:pPr>
            <a:r>
              <a:rPr lang="en-US" sz="13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locations for faster resolution.</a:t>
            </a:r>
            <a:r>
              <a:rPr lang="en-US" sz="13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3495"/>
              </a:lnSpc>
            </a:pPr>
            <a:r>
              <a:rPr lang="en-US" sz="13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Offline support a lows issue </a:t>
            </a:r>
          </a:p>
          <a:p>
            <a:pPr algn="l">
              <a:lnSpc>
                <a:spcPts val="699"/>
              </a:lnSpc>
            </a:pPr>
            <a:r>
              <a:rPr lang="en-US" sz="13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reporting even with poor </a:t>
            </a:r>
          </a:p>
          <a:p>
            <a:pPr algn="l">
              <a:lnSpc>
                <a:spcPts val="3229"/>
              </a:lnSpc>
            </a:pPr>
            <a:r>
              <a:rPr lang="en-US" sz="13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internet.</a:t>
            </a:r>
            <a:r>
              <a:rPr lang="en-US" sz="13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6776742" y="8071123"/>
            <a:ext cx="2562435" cy="644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551">
                <a:solidFill>
                  <a:srgbClr val="61696E"/>
                </a:solidFill>
                <a:latin typeface="Roboto"/>
                <a:ea typeface="Roboto"/>
                <a:cs typeface="Roboto"/>
                <a:sym typeface="Roboto"/>
              </a:rPr>
              <a:t>Multilingual options &amp; voice- based reporting for</a:t>
            </a:r>
          </a:p>
          <a:p>
            <a:pPr algn="l">
              <a:lnSpc>
                <a:spcPts val="1275"/>
              </a:lnSpc>
            </a:pPr>
            <a:r>
              <a:rPr lang="en-US" sz="1551">
                <a:solidFill>
                  <a:srgbClr val="61696E"/>
                </a:solidFill>
                <a:latin typeface="Roboto"/>
                <a:ea typeface="Roboto"/>
                <a:cs typeface="Roboto"/>
                <a:sym typeface="Roboto"/>
              </a:rPr>
              <a:t>inclusivity.</a:t>
            </a:r>
            <a:r>
              <a:rPr lang="en-US" sz="15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05099" y="3272095"/>
            <a:ext cx="1873796" cy="2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b="true" sz="1203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Low citizen participation 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7488298" y="3170396"/>
            <a:ext cx="1304630" cy="23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4"/>
              </a:lnSpc>
            </a:pPr>
            <a:r>
              <a:rPr lang="en-US" b="true" sz="1303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Data Inaccuracy 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7488298" y="3634931"/>
            <a:ext cx="1439675" cy="55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4"/>
              </a:lnSpc>
            </a:pPr>
            <a:r>
              <a:rPr lang="en-US" b="true" sz="1239" spc="42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Duplicate/missing reports reduce system reliability 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32921" y="3559807"/>
            <a:ext cx="2008603" cy="371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b="true" sz="12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People unaware or hesitant to report 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2725093" y="2369106"/>
            <a:ext cx="1276083" cy="803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b="true" sz="1756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Delayed government response 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2800160" y="3290983"/>
            <a:ext cx="1596800" cy="80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b="true" sz="1751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Issue stay unresolved for weeks/months 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5196507" y="2757106"/>
            <a:ext cx="1429379" cy="50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1"/>
              </a:lnSpc>
            </a:pPr>
            <a:r>
              <a:rPr lang="en-US" b="true" sz="166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Lack of Transparency 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020351" y="3518611"/>
            <a:ext cx="2310346" cy="488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74"/>
              </a:lnSpc>
            </a:pPr>
            <a:r>
              <a:rPr lang="en-US" b="true" sz="1591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Citizens don’t know the progress of complaints. 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415833" y="7469953"/>
            <a:ext cx="2644969" cy="414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6"/>
              </a:lnSpc>
            </a:pPr>
            <a:r>
              <a:rPr lang="en-US" b="true" sz="2247">
                <a:solidFill>
                  <a:srgbClr val="3B4A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Unique Tracking IDs</a:t>
            </a:r>
            <a:r>
              <a:rPr lang="en-US" b="true" sz="2247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6711163" y="7502138"/>
            <a:ext cx="2636015" cy="414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46"/>
              </a:lnSpc>
            </a:pPr>
            <a:r>
              <a:rPr lang="en-US" b="true" sz="2247">
                <a:solidFill>
                  <a:srgbClr val="223C8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Accessibility</a:t>
            </a:r>
            <a:r>
              <a:rPr lang="en-US" sz="2247">
                <a:solidFill>
                  <a:srgbClr val="3B4A5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2247">
                <a:solidFill>
                  <a:srgbClr val="223C8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Features 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6692265" y="6612998"/>
            <a:ext cx="2007003" cy="89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555">
                <a:solidFill>
                  <a:srgbClr val="61696E"/>
                </a:solidFill>
                <a:latin typeface="Roboto"/>
                <a:ea typeface="Roboto"/>
                <a:cs typeface="Roboto"/>
                <a:sym typeface="Roboto"/>
              </a:rPr>
              <a:t>Issues auto-forwarded correct department, reducing delays.</a:t>
            </a:r>
            <a:r>
              <a:rPr lang="en-US" sz="15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34391" y="6102096"/>
            <a:ext cx="3161805" cy="415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b="true" sz="2255">
                <a:solidFill>
                  <a:srgbClr val="223C8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Citizen Awareness Drives 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3405254" y="8730444"/>
            <a:ext cx="3017006" cy="117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b="true" sz="2256">
                <a:solidFill>
                  <a:srgbClr val="223C8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Community Verification</a:t>
            </a:r>
            <a:r>
              <a:rPr lang="en-US" sz="2256">
                <a:solidFill>
                  <a:srgbClr val="223C8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1874"/>
              </a:lnSpc>
            </a:pPr>
            <a:r>
              <a:rPr lang="en-US" sz="1599">
                <a:solidFill>
                  <a:srgbClr val="61696E"/>
                </a:solidFill>
                <a:latin typeface="Roboto"/>
                <a:ea typeface="Roboto"/>
                <a:cs typeface="Roboto"/>
                <a:sym typeface="Roboto"/>
              </a:rPr>
              <a:t>Upvoting &amp; commentshelp confirm genuine reports, reduce duplicates.</a:t>
            </a:r>
            <a:r>
              <a:rPr lang="en-US" sz="1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2649417" y="1393974"/>
            <a:ext cx="3904002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B4A5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POTENTIAL CHALLENGES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394535" y="5008321"/>
            <a:ext cx="8042834" cy="522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4"/>
              </a:lnSpc>
            </a:pPr>
            <a:r>
              <a:rPr lang="en-US" sz="2796">
                <a:solidFill>
                  <a:srgbClr val="3B4A5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STRATEGIES TO OVERCOME CHALLENGES</a:t>
            </a:r>
            <a:r>
              <a:rPr lang="en-US" sz="279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6692265" y="5853760"/>
            <a:ext cx="2502408" cy="57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b="true" sz="2195">
                <a:solidFill>
                  <a:srgbClr val="223C8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Smar</a:t>
            </a:r>
            <a:r>
              <a:rPr lang="en-US" sz="2195">
                <a:solidFill>
                  <a:srgbClr val="3B4A5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2195">
                <a:solidFill>
                  <a:srgbClr val="223C8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 Auto- Routing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0463174" y="1391898"/>
            <a:ext cx="7589920" cy="46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>
                <a:solidFill>
                  <a:srgbClr val="3B4A5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ANALYSIS OF THE FEASIBILITY OF THE IDEA</a:t>
            </a:r>
            <a:r>
              <a:rPr lang="en-US" sz="249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0097957" y="8695820"/>
            <a:ext cx="337356" cy="3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C746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r>
              <a:rPr lang="en-US" sz="18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3502562" y="274844"/>
            <a:ext cx="10297411" cy="69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4"/>
              </a:lnSpc>
            </a:pPr>
            <a:r>
              <a:rPr lang="en-US" b="true" sz="3803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FEASIBILITY AND VIABILITY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4678758" y="4950066"/>
            <a:ext cx="2597134" cy="68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"/>
              </a:lnSpc>
            </a:pPr>
            <a:r>
              <a:rPr lang="en-US" sz="150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Real-time dashboardsprovide  Transparency to officials and citizens.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677966" y="976312"/>
            <a:ext cx="8931916" cy="47625"/>
            <a:chOff x="0" y="0"/>
            <a:chExt cx="8931923" cy="47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31910" cy="47625"/>
            </a:xfrm>
            <a:custGeom>
              <a:avLst/>
              <a:gdLst/>
              <a:ahLst/>
              <a:cxnLst/>
              <a:rect r="r" b="b" t="t" l="l"/>
              <a:pathLst>
                <a:path h="47625" w="8931910">
                  <a:moveTo>
                    <a:pt x="0" y="0"/>
                  </a:moveTo>
                  <a:lnTo>
                    <a:pt x="8931910" y="0"/>
                  </a:lnTo>
                  <a:lnTo>
                    <a:pt x="8931910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4" id="4" descr="https://www.sih.gov.in/img1/SIH-Logo.png"/>
          <p:cNvSpPr/>
          <p:nvPr/>
        </p:nvSpPr>
        <p:spPr>
          <a:xfrm flipH="false" flipV="false" rot="0">
            <a:off x="15427290" y="0"/>
            <a:ext cx="2860691" cy="1454067"/>
          </a:xfrm>
          <a:custGeom>
            <a:avLst/>
            <a:gdLst/>
            <a:ahLst/>
            <a:cxnLst/>
            <a:rect r="r" b="b" t="t" l="l"/>
            <a:pathLst>
              <a:path h="1454067" w="2860691">
                <a:moveTo>
                  <a:pt x="0" y="0"/>
                </a:moveTo>
                <a:lnTo>
                  <a:pt x="2860691" y="0"/>
                </a:lnTo>
                <a:lnTo>
                  <a:pt x="2860691" y="1454068"/>
                </a:lnTo>
                <a:lnTo>
                  <a:pt x="0" y="1454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608420"/>
            <a:ext cx="6477000" cy="4486275"/>
          </a:xfrm>
          <a:custGeom>
            <a:avLst/>
            <a:gdLst/>
            <a:ahLst/>
            <a:cxnLst/>
            <a:rect r="r" b="b" t="t" l="l"/>
            <a:pathLst>
              <a:path h="4486275" w="6477000">
                <a:moveTo>
                  <a:pt x="0" y="0"/>
                </a:moveTo>
                <a:lnTo>
                  <a:pt x="6477000" y="0"/>
                </a:lnTo>
                <a:lnTo>
                  <a:pt x="6477000" y="4486275"/>
                </a:lnTo>
                <a:lnTo>
                  <a:pt x="0" y="4486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264" y="109985"/>
            <a:ext cx="1326070" cy="1326070"/>
          </a:xfrm>
          <a:custGeom>
            <a:avLst/>
            <a:gdLst/>
            <a:ahLst/>
            <a:cxnLst/>
            <a:rect r="r" b="b" t="t" l="l"/>
            <a:pathLst>
              <a:path h="1326070" w="1326070">
                <a:moveTo>
                  <a:pt x="0" y="0"/>
                </a:moveTo>
                <a:lnTo>
                  <a:pt x="1326070" y="0"/>
                </a:lnTo>
                <a:lnTo>
                  <a:pt x="1326070" y="1326071"/>
                </a:lnTo>
                <a:lnTo>
                  <a:pt x="0" y="1326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117167" y="7834770"/>
            <a:ext cx="2096148" cy="2035178"/>
            <a:chOff x="0" y="0"/>
            <a:chExt cx="2096148" cy="20351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43992" y="190500"/>
              <a:ext cx="493268" cy="19050"/>
            </a:xfrm>
            <a:custGeom>
              <a:avLst/>
              <a:gdLst/>
              <a:ahLst/>
              <a:cxnLst/>
              <a:rect r="r" b="b" t="t" l="l"/>
              <a:pathLst>
                <a:path h="19050" w="493268">
                  <a:moveTo>
                    <a:pt x="0" y="0"/>
                  </a:moveTo>
                  <a:lnTo>
                    <a:pt x="493268" y="0"/>
                  </a:lnTo>
                  <a:lnTo>
                    <a:pt x="49326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54127" y="390652"/>
              <a:ext cx="66548" cy="66548"/>
            </a:xfrm>
            <a:custGeom>
              <a:avLst/>
              <a:gdLst/>
              <a:ahLst/>
              <a:cxnLst/>
              <a:rect r="r" b="b" t="t" l="l"/>
              <a:pathLst>
                <a:path h="66548" w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43992" y="504825"/>
              <a:ext cx="1211326" cy="19050"/>
            </a:xfrm>
            <a:custGeom>
              <a:avLst/>
              <a:gdLst/>
              <a:ahLst/>
              <a:cxnLst/>
              <a:rect r="r" b="b" t="t" l="l"/>
              <a:pathLst>
                <a:path h="19050" w="1211326">
                  <a:moveTo>
                    <a:pt x="0" y="0"/>
                  </a:moveTo>
                  <a:lnTo>
                    <a:pt x="1211326" y="0"/>
                  </a:lnTo>
                  <a:lnTo>
                    <a:pt x="12113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55318" y="504825"/>
              <a:ext cx="71247" cy="19050"/>
            </a:xfrm>
            <a:custGeom>
              <a:avLst/>
              <a:gdLst/>
              <a:ahLst/>
              <a:cxnLst/>
              <a:rect r="r" b="b" t="t" l="l"/>
              <a:pathLst>
                <a:path h="19050" w="71247">
                  <a:moveTo>
                    <a:pt x="0" y="0"/>
                  </a:moveTo>
                  <a:lnTo>
                    <a:pt x="71247" y="0"/>
                  </a:lnTo>
                  <a:lnTo>
                    <a:pt x="7124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54127" y="1019302"/>
              <a:ext cx="66548" cy="66548"/>
            </a:xfrm>
            <a:custGeom>
              <a:avLst/>
              <a:gdLst/>
              <a:ahLst/>
              <a:cxnLst/>
              <a:rect r="r" b="b" t="t" l="l"/>
              <a:pathLst>
                <a:path h="66548" w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43992" y="1133475"/>
              <a:ext cx="1326896" cy="19050"/>
            </a:xfrm>
            <a:custGeom>
              <a:avLst/>
              <a:gdLst/>
              <a:ahLst/>
              <a:cxnLst/>
              <a:rect r="r" b="b" t="t" l="l"/>
              <a:pathLst>
                <a:path h="19050" w="1326896">
                  <a:moveTo>
                    <a:pt x="0" y="0"/>
                  </a:moveTo>
                  <a:lnTo>
                    <a:pt x="1326896" y="0"/>
                  </a:lnTo>
                  <a:lnTo>
                    <a:pt x="13268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770888" y="1133475"/>
              <a:ext cx="71247" cy="19050"/>
            </a:xfrm>
            <a:custGeom>
              <a:avLst/>
              <a:gdLst/>
              <a:ahLst/>
              <a:cxnLst/>
              <a:rect r="r" b="b" t="t" l="l"/>
              <a:pathLst>
                <a:path h="19050" w="71247">
                  <a:moveTo>
                    <a:pt x="0" y="0"/>
                  </a:moveTo>
                  <a:lnTo>
                    <a:pt x="71247" y="0"/>
                  </a:lnTo>
                  <a:lnTo>
                    <a:pt x="7124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4127" y="1647952"/>
              <a:ext cx="66548" cy="66548"/>
            </a:xfrm>
            <a:custGeom>
              <a:avLst/>
              <a:gdLst/>
              <a:ahLst/>
              <a:cxnLst/>
              <a:rect r="r" b="b" t="t" l="l"/>
              <a:pathLst>
                <a:path h="66548" w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43992" y="1762125"/>
              <a:ext cx="1279398" cy="19050"/>
            </a:xfrm>
            <a:custGeom>
              <a:avLst/>
              <a:gdLst/>
              <a:ahLst/>
              <a:cxnLst/>
              <a:rect r="r" b="b" t="t" l="l"/>
              <a:pathLst>
                <a:path h="19050" w="1279398">
                  <a:moveTo>
                    <a:pt x="0" y="0"/>
                  </a:moveTo>
                  <a:lnTo>
                    <a:pt x="0" y="19050"/>
                  </a:lnTo>
                  <a:lnTo>
                    <a:pt x="1130808" y="19050"/>
                  </a:lnTo>
                  <a:lnTo>
                    <a:pt x="1130808" y="0"/>
                  </a:lnTo>
                  <a:close/>
                  <a:moveTo>
                    <a:pt x="1240282" y="0"/>
                  </a:moveTo>
                  <a:lnTo>
                    <a:pt x="1240282" y="19050"/>
                  </a:lnTo>
                  <a:lnTo>
                    <a:pt x="1279398" y="19050"/>
                  </a:lnTo>
                  <a:lnTo>
                    <a:pt x="1279398" y="0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723517" y="1762125"/>
              <a:ext cx="71247" cy="19050"/>
            </a:xfrm>
            <a:custGeom>
              <a:avLst/>
              <a:gdLst/>
              <a:ahLst/>
              <a:cxnLst/>
              <a:rect r="r" b="b" t="t" l="l"/>
              <a:pathLst>
                <a:path h="19050" w="71247">
                  <a:moveTo>
                    <a:pt x="0" y="0"/>
                  </a:moveTo>
                  <a:lnTo>
                    <a:pt x="71247" y="0"/>
                  </a:lnTo>
                  <a:lnTo>
                    <a:pt x="7124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2416874" y="8149095"/>
            <a:ext cx="6098181" cy="2035178"/>
          </a:xfrm>
          <a:custGeom>
            <a:avLst/>
            <a:gdLst/>
            <a:ahLst/>
            <a:cxnLst/>
            <a:rect r="r" b="b" t="t" l="l"/>
            <a:pathLst>
              <a:path h="2035178" w="6098181">
                <a:moveTo>
                  <a:pt x="0" y="0"/>
                </a:moveTo>
                <a:lnTo>
                  <a:pt x="6098181" y="0"/>
                </a:lnTo>
                <a:lnTo>
                  <a:pt x="6098181" y="2035178"/>
                </a:lnTo>
                <a:lnTo>
                  <a:pt x="0" y="20351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-117167" y="6599263"/>
            <a:ext cx="9392936" cy="1321222"/>
            <a:chOff x="0" y="0"/>
            <a:chExt cx="9392945" cy="13212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127" y="683133"/>
              <a:ext cx="66548" cy="66548"/>
            </a:xfrm>
            <a:custGeom>
              <a:avLst/>
              <a:gdLst/>
              <a:ahLst/>
              <a:cxnLst/>
              <a:rect r="r" b="b" t="t" l="l"/>
              <a:pathLst>
                <a:path h="66548" w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43992" y="797306"/>
              <a:ext cx="882396" cy="19050"/>
            </a:xfrm>
            <a:custGeom>
              <a:avLst/>
              <a:gdLst/>
              <a:ahLst/>
              <a:cxnLst/>
              <a:rect r="r" b="b" t="t" l="l"/>
              <a:pathLst>
                <a:path h="19050" w="882396">
                  <a:moveTo>
                    <a:pt x="0" y="0"/>
                  </a:moveTo>
                  <a:lnTo>
                    <a:pt x="882396" y="0"/>
                  </a:lnTo>
                  <a:lnTo>
                    <a:pt x="8823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326515" y="797306"/>
              <a:ext cx="71247" cy="19050"/>
            </a:xfrm>
            <a:custGeom>
              <a:avLst/>
              <a:gdLst/>
              <a:ahLst/>
              <a:cxnLst/>
              <a:rect r="r" b="b" t="t" l="l"/>
              <a:pathLst>
                <a:path h="19050" w="71247">
                  <a:moveTo>
                    <a:pt x="0" y="0"/>
                  </a:moveTo>
                  <a:lnTo>
                    <a:pt x="71247" y="0"/>
                  </a:lnTo>
                  <a:lnTo>
                    <a:pt x="7124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290826" y="797306"/>
              <a:ext cx="3067812" cy="19050"/>
            </a:xfrm>
            <a:custGeom>
              <a:avLst/>
              <a:gdLst/>
              <a:ahLst/>
              <a:cxnLst/>
              <a:rect r="r" b="b" t="t" l="l"/>
              <a:pathLst>
                <a:path h="19050" w="3067812">
                  <a:moveTo>
                    <a:pt x="0" y="0"/>
                  </a:moveTo>
                  <a:lnTo>
                    <a:pt x="0" y="19050"/>
                  </a:lnTo>
                  <a:lnTo>
                    <a:pt x="539242" y="19050"/>
                  </a:lnTo>
                  <a:lnTo>
                    <a:pt x="539242" y="0"/>
                  </a:lnTo>
                  <a:close/>
                  <a:moveTo>
                    <a:pt x="628650" y="0"/>
                  </a:moveTo>
                  <a:lnTo>
                    <a:pt x="628650" y="19050"/>
                  </a:lnTo>
                  <a:lnTo>
                    <a:pt x="3067812" y="19050"/>
                  </a:lnTo>
                  <a:lnTo>
                    <a:pt x="306781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5747893" y="1111631"/>
              <a:ext cx="3454527" cy="19050"/>
            </a:xfrm>
            <a:custGeom>
              <a:avLst/>
              <a:gdLst/>
              <a:ahLst/>
              <a:cxnLst/>
              <a:rect r="r" b="b" t="t" l="l"/>
              <a:pathLst>
                <a:path h="19050" w="3454527">
                  <a:moveTo>
                    <a:pt x="0" y="0"/>
                  </a:moveTo>
                  <a:lnTo>
                    <a:pt x="0" y="19050"/>
                  </a:lnTo>
                  <a:lnTo>
                    <a:pt x="1056767" y="19050"/>
                  </a:lnTo>
                  <a:lnTo>
                    <a:pt x="1056767" y="0"/>
                  </a:lnTo>
                  <a:close/>
                  <a:moveTo>
                    <a:pt x="1166495" y="0"/>
                  </a:moveTo>
                  <a:lnTo>
                    <a:pt x="1166495" y="19050"/>
                  </a:lnTo>
                  <a:lnTo>
                    <a:pt x="1263015" y="19050"/>
                  </a:lnTo>
                  <a:lnTo>
                    <a:pt x="1263015" y="0"/>
                  </a:lnTo>
                  <a:close/>
                  <a:moveTo>
                    <a:pt x="1352423" y="0"/>
                  </a:moveTo>
                  <a:lnTo>
                    <a:pt x="1352423" y="19050"/>
                  </a:lnTo>
                  <a:lnTo>
                    <a:pt x="1972437" y="19050"/>
                  </a:lnTo>
                  <a:lnTo>
                    <a:pt x="1972437" y="0"/>
                  </a:lnTo>
                  <a:close/>
                  <a:moveTo>
                    <a:pt x="2061972" y="0"/>
                  </a:moveTo>
                  <a:lnTo>
                    <a:pt x="2061972" y="19050"/>
                  </a:lnTo>
                  <a:lnTo>
                    <a:pt x="2845689" y="19050"/>
                  </a:lnTo>
                  <a:lnTo>
                    <a:pt x="2845689" y="0"/>
                  </a:lnTo>
                  <a:close/>
                  <a:moveTo>
                    <a:pt x="2955290" y="0"/>
                  </a:moveTo>
                  <a:lnTo>
                    <a:pt x="2955290" y="19050"/>
                  </a:lnTo>
                  <a:lnTo>
                    <a:pt x="3454527" y="19050"/>
                  </a:lnTo>
                  <a:lnTo>
                    <a:pt x="345452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91871" y="254000"/>
              <a:ext cx="424307" cy="38100"/>
            </a:xfrm>
            <a:custGeom>
              <a:avLst/>
              <a:gdLst/>
              <a:ahLst/>
              <a:cxnLst/>
              <a:rect r="r" b="b" t="t" l="l"/>
              <a:pathLst>
                <a:path h="38100" w="424307">
                  <a:moveTo>
                    <a:pt x="0" y="0"/>
                  </a:moveTo>
                  <a:lnTo>
                    <a:pt x="424307" y="0"/>
                  </a:lnTo>
                  <a:lnTo>
                    <a:pt x="4243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916178" y="254000"/>
              <a:ext cx="5514467" cy="38100"/>
            </a:xfrm>
            <a:custGeom>
              <a:avLst/>
              <a:gdLst/>
              <a:ahLst/>
              <a:cxnLst/>
              <a:rect r="r" b="b" t="t" l="l"/>
              <a:pathLst>
                <a:path h="38100" w="5514467">
                  <a:moveTo>
                    <a:pt x="0" y="0"/>
                  </a:moveTo>
                  <a:lnTo>
                    <a:pt x="0" y="38100"/>
                  </a:lnTo>
                  <a:lnTo>
                    <a:pt x="583057" y="38100"/>
                  </a:lnTo>
                  <a:lnTo>
                    <a:pt x="583057" y="0"/>
                  </a:lnTo>
                  <a:close/>
                  <a:moveTo>
                    <a:pt x="727583" y="0"/>
                  </a:moveTo>
                  <a:lnTo>
                    <a:pt x="727583" y="38100"/>
                  </a:lnTo>
                  <a:lnTo>
                    <a:pt x="3237865" y="38100"/>
                  </a:lnTo>
                  <a:lnTo>
                    <a:pt x="3237865" y="0"/>
                  </a:lnTo>
                  <a:close/>
                  <a:moveTo>
                    <a:pt x="3512439" y="0"/>
                  </a:moveTo>
                  <a:lnTo>
                    <a:pt x="3512439" y="38100"/>
                  </a:lnTo>
                  <a:lnTo>
                    <a:pt x="5514467" y="38100"/>
                  </a:lnTo>
                  <a:lnTo>
                    <a:pt x="5514467" y="0"/>
                  </a:lnTo>
                  <a:close/>
                </a:path>
              </a:pathLst>
            </a:custGeom>
            <a:solidFill>
              <a:srgbClr val="4A7EBB"/>
            </a:solid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9622107" y="4219184"/>
            <a:ext cx="1457773" cy="1095375"/>
            <a:chOff x="0" y="0"/>
            <a:chExt cx="1457770" cy="10953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90500" y="190500"/>
              <a:ext cx="1076833" cy="19050"/>
            </a:xfrm>
            <a:custGeom>
              <a:avLst/>
              <a:gdLst/>
              <a:ahLst/>
              <a:cxnLst/>
              <a:rect r="r" b="b" t="t" l="l"/>
              <a:pathLst>
                <a:path h="19050" w="1076833">
                  <a:moveTo>
                    <a:pt x="0" y="0"/>
                  </a:moveTo>
                  <a:lnTo>
                    <a:pt x="1076833" y="0"/>
                  </a:lnTo>
                  <a:lnTo>
                    <a:pt x="107683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390398" y="36195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752" y="23876"/>
                  </a:moveTo>
                  <a:cubicBezTo>
                    <a:pt x="47752" y="27051"/>
                    <a:pt x="47117" y="30099"/>
                    <a:pt x="45974" y="33020"/>
                  </a:cubicBezTo>
                  <a:cubicBezTo>
                    <a:pt x="44831" y="35941"/>
                    <a:pt x="43053" y="38481"/>
                    <a:pt x="40767" y="40767"/>
                  </a:cubicBezTo>
                  <a:cubicBezTo>
                    <a:pt x="38481" y="43053"/>
                    <a:pt x="35941" y="44704"/>
                    <a:pt x="33020" y="45974"/>
                  </a:cubicBezTo>
                  <a:cubicBezTo>
                    <a:pt x="30099" y="47244"/>
                    <a:pt x="27051" y="47752"/>
                    <a:pt x="23876" y="47752"/>
                  </a:cubicBezTo>
                  <a:cubicBezTo>
                    <a:pt x="20701" y="47752"/>
                    <a:pt x="17653" y="47117"/>
                    <a:pt x="14732" y="45974"/>
                  </a:cubicBezTo>
                  <a:cubicBezTo>
                    <a:pt x="11811" y="44831"/>
                    <a:pt x="9271" y="43053"/>
                    <a:pt x="6985" y="40767"/>
                  </a:cubicBezTo>
                  <a:cubicBezTo>
                    <a:pt x="4699" y="38481"/>
                    <a:pt x="3048" y="35941"/>
                    <a:pt x="1778" y="33020"/>
                  </a:cubicBezTo>
                  <a:cubicBezTo>
                    <a:pt x="508" y="30099"/>
                    <a:pt x="0" y="27051"/>
                    <a:pt x="0" y="23876"/>
                  </a:cubicBezTo>
                  <a:cubicBezTo>
                    <a:pt x="0" y="20701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390398" y="60960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752" y="23876"/>
                  </a:moveTo>
                  <a:cubicBezTo>
                    <a:pt x="47752" y="27051"/>
                    <a:pt x="47117" y="30099"/>
                    <a:pt x="45974" y="33020"/>
                  </a:cubicBezTo>
                  <a:cubicBezTo>
                    <a:pt x="44831" y="35941"/>
                    <a:pt x="43053" y="38481"/>
                    <a:pt x="40767" y="40767"/>
                  </a:cubicBezTo>
                  <a:cubicBezTo>
                    <a:pt x="38481" y="43053"/>
                    <a:pt x="35941" y="44704"/>
                    <a:pt x="33020" y="45974"/>
                  </a:cubicBezTo>
                  <a:cubicBezTo>
                    <a:pt x="30099" y="47244"/>
                    <a:pt x="27051" y="47752"/>
                    <a:pt x="23876" y="47752"/>
                  </a:cubicBezTo>
                  <a:cubicBezTo>
                    <a:pt x="20701" y="47752"/>
                    <a:pt x="17653" y="47117"/>
                    <a:pt x="14732" y="45974"/>
                  </a:cubicBezTo>
                  <a:cubicBezTo>
                    <a:pt x="11811" y="44831"/>
                    <a:pt x="9271" y="43053"/>
                    <a:pt x="6985" y="40767"/>
                  </a:cubicBezTo>
                  <a:cubicBezTo>
                    <a:pt x="4699" y="38481"/>
                    <a:pt x="3048" y="35941"/>
                    <a:pt x="1778" y="33020"/>
                  </a:cubicBezTo>
                  <a:cubicBezTo>
                    <a:pt x="508" y="30099"/>
                    <a:pt x="0" y="27051"/>
                    <a:pt x="0" y="23876"/>
                  </a:cubicBezTo>
                  <a:cubicBezTo>
                    <a:pt x="0" y="20701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390398" y="85725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752" y="23876"/>
                  </a:moveTo>
                  <a:cubicBezTo>
                    <a:pt x="47752" y="27051"/>
                    <a:pt x="47117" y="30099"/>
                    <a:pt x="45974" y="33020"/>
                  </a:cubicBezTo>
                  <a:cubicBezTo>
                    <a:pt x="44831" y="35941"/>
                    <a:pt x="43053" y="38481"/>
                    <a:pt x="40767" y="40767"/>
                  </a:cubicBezTo>
                  <a:cubicBezTo>
                    <a:pt x="38481" y="43053"/>
                    <a:pt x="35941" y="44704"/>
                    <a:pt x="33020" y="45974"/>
                  </a:cubicBezTo>
                  <a:cubicBezTo>
                    <a:pt x="30099" y="47244"/>
                    <a:pt x="27051" y="47752"/>
                    <a:pt x="23876" y="47752"/>
                  </a:cubicBezTo>
                  <a:cubicBezTo>
                    <a:pt x="20701" y="47752"/>
                    <a:pt x="17653" y="47117"/>
                    <a:pt x="14732" y="45974"/>
                  </a:cubicBezTo>
                  <a:cubicBezTo>
                    <a:pt x="11811" y="44831"/>
                    <a:pt x="9271" y="43053"/>
                    <a:pt x="6985" y="40767"/>
                  </a:cubicBezTo>
                  <a:cubicBezTo>
                    <a:pt x="4699" y="38481"/>
                    <a:pt x="3048" y="35941"/>
                    <a:pt x="1778" y="33020"/>
                  </a:cubicBezTo>
                  <a:cubicBezTo>
                    <a:pt x="508" y="30099"/>
                    <a:pt x="0" y="27051"/>
                    <a:pt x="0" y="23876"/>
                  </a:cubicBezTo>
                  <a:cubicBezTo>
                    <a:pt x="0" y="20701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9622107" y="2923784"/>
            <a:ext cx="4631531" cy="1162050"/>
            <a:chOff x="0" y="0"/>
            <a:chExt cx="4631538" cy="1162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90500" y="190500"/>
              <a:ext cx="681990" cy="19050"/>
            </a:xfrm>
            <a:custGeom>
              <a:avLst/>
              <a:gdLst/>
              <a:ahLst/>
              <a:cxnLst/>
              <a:rect r="r" b="b" t="t" l="l"/>
              <a:pathLst>
                <a:path h="19050" w="681990">
                  <a:moveTo>
                    <a:pt x="0" y="0"/>
                  </a:moveTo>
                  <a:lnTo>
                    <a:pt x="681990" y="0"/>
                  </a:lnTo>
                  <a:lnTo>
                    <a:pt x="6819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390398" y="36195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752" y="23876"/>
                  </a:moveTo>
                  <a:cubicBezTo>
                    <a:pt x="47752" y="27051"/>
                    <a:pt x="47117" y="30099"/>
                    <a:pt x="45974" y="33020"/>
                  </a:cubicBezTo>
                  <a:cubicBezTo>
                    <a:pt x="44831" y="35941"/>
                    <a:pt x="43053" y="38481"/>
                    <a:pt x="40767" y="40767"/>
                  </a:cubicBezTo>
                  <a:cubicBezTo>
                    <a:pt x="38481" y="43053"/>
                    <a:pt x="35941" y="44704"/>
                    <a:pt x="33020" y="45974"/>
                  </a:cubicBezTo>
                  <a:cubicBezTo>
                    <a:pt x="30099" y="47244"/>
                    <a:pt x="27051" y="47752"/>
                    <a:pt x="23876" y="47752"/>
                  </a:cubicBezTo>
                  <a:cubicBezTo>
                    <a:pt x="20701" y="47752"/>
                    <a:pt x="17653" y="47117"/>
                    <a:pt x="14732" y="45974"/>
                  </a:cubicBezTo>
                  <a:cubicBezTo>
                    <a:pt x="11811" y="44831"/>
                    <a:pt x="9271" y="43053"/>
                    <a:pt x="6985" y="40767"/>
                  </a:cubicBezTo>
                  <a:cubicBezTo>
                    <a:pt x="4699" y="38481"/>
                    <a:pt x="3048" y="35941"/>
                    <a:pt x="1778" y="33020"/>
                  </a:cubicBezTo>
                  <a:cubicBezTo>
                    <a:pt x="508" y="30099"/>
                    <a:pt x="0" y="27051"/>
                    <a:pt x="0" y="23876"/>
                  </a:cubicBezTo>
                  <a:cubicBezTo>
                    <a:pt x="0" y="20701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880868" y="457200"/>
              <a:ext cx="1560068" cy="19050"/>
            </a:xfrm>
            <a:custGeom>
              <a:avLst/>
              <a:gdLst/>
              <a:ahLst/>
              <a:cxnLst/>
              <a:rect r="r" b="b" t="t" l="l"/>
              <a:pathLst>
                <a:path h="19050" w="1560068">
                  <a:moveTo>
                    <a:pt x="0" y="0"/>
                  </a:moveTo>
                  <a:lnTo>
                    <a:pt x="0" y="19050"/>
                  </a:lnTo>
                  <a:lnTo>
                    <a:pt x="206248" y="19050"/>
                  </a:lnTo>
                  <a:lnTo>
                    <a:pt x="206248" y="0"/>
                  </a:lnTo>
                  <a:close/>
                  <a:moveTo>
                    <a:pt x="343281" y="0"/>
                  </a:moveTo>
                  <a:lnTo>
                    <a:pt x="343281" y="19050"/>
                  </a:lnTo>
                  <a:lnTo>
                    <a:pt x="1560068" y="19050"/>
                  </a:lnTo>
                  <a:lnTo>
                    <a:pt x="1560068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390398" y="60960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752" y="23876"/>
                  </a:moveTo>
                  <a:cubicBezTo>
                    <a:pt x="47752" y="27051"/>
                    <a:pt x="47117" y="30099"/>
                    <a:pt x="45974" y="33020"/>
                  </a:cubicBezTo>
                  <a:cubicBezTo>
                    <a:pt x="44831" y="35941"/>
                    <a:pt x="43053" y="38481"/>
                    <a:pt x="40767" y="40767"/>
                  </a:cubicBezTo>
                  <a:cubicBezTo>
                    <a:pt x="38481" y="43053"/>
                    <a:pt x="35941" y="44704"/>
                    <a:pt x="33020" y="45974"/>
                  </a:cubicBezTo>
                  <a:cubicBezTo>
                    <a:pt x="30099" y="47244"/>
                    <a:pt x="27051" y="47752"/>
                    <a:pt x="23876" y="47752"/>
                  </a:cubicBezTo>
                  <a:cubicBezTo>
                    <a:pt x="20701" y="47752"/>
                    <a:pt x="17653" y="47117"/>
                    <a:pt x="14732" y="45974"/>
                  </a:cubicBezTo>
                  <a:cubicBezTo>
                    <a:pt x="11811" y="44831"/>
                    <a:pt x="9271" y="43053"/>
                    <a:pt x="6985" y="40767"/>
                  </a:cubicBezTo>
                  <a:cubicBezTo>
                    <a:pt x="4699" y="38481"/>
                    <a:pt x="3048" y="35941"/>
                    <a:pt x="1778" y="33020"/>
                  </a:cubicBezTo>
                  <a:cubicBezTo>
                    <a:pt x="508" y="30099"/>
                    <a:pt x="0" y="27051"/>
                    <a:pt x="0" y="23876"/>
                  </a:cubicBezTo>
                  <a:cubicBezTo>
                    <a:pt x="0" y="20701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175639" y="704850"/>
              <a:ext cx="1807718" cy="19050"/>
            </a:xfrm>
            <a:custGeom>
              <a:avLst/>
              <a:gdLst/>
              <a:ahLst/>
              <a:cxnLst/>
              <a:rect r="r" b="b" t="t" l="l"/>
              <a:pathLst>
                <a:path h="19050" w="1807718">
                  <a:moveTo>
                    <a:pt x="0" y="0"/>
                  </a:moveTo>
                  <a:lnTo>
                    <a:pt x="0" y="19050"/>
                  </a:lnTo>
                  <a:lnTo>
                    <a:pt x="1113409" y="19050"/>
                  </a:lnTo>
                  <a:lnTo>
                    <a:pt x="1113409" y="0"/>
                  </a:lnTo>
                  <a:close/>
                  <a:moveTo>
                    <a:pt x="1187069" y="0"/>
                  </a:moveTo>
                  <a:lnTo>
                    <a:pt x="1187069" y="19050"/>
                  </a:lnTo>
                  <a:lnTo>
                    <a:pt x="1687830" y="19050"/>
                  </a:lnTo>
                  <a:lnTo>
                    <a:pt x="1687830" y="0"/>
                  </a:lnTo>
                  <a:close/>
                  <a:moveTo>
                    <a:pt x="1774190" y="0"/>
                  </a:moveTo>
                  <a:lnTo>
                    <a:pt x="1774190" y="19050"/>
                  </a:lnTo>
                  <a:lnTo>
                    <a:pt x="1807718" y="19050"/>
                  </a:lnTo>
                  <a:lnTo>
                    <a:pt x="1807718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390398" y="85725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752" y="23876"/>
                  </a:moveTo>
                  <a:cubicBezTo>
                    <a:pt x="47752" y="27051"/>
                    <a:pt x="47117" y="30099"/>
                    <a:pt x="45974" y="33020"/>
                  </a:cubicBezTo>
                  <a:cubicBezTo>
                    <a:pt x="44831" y="35941"/>
                    <a:pt x="43053" y="38481"/>
                    <a:pt x="40767" y="40767"/>
                  </a:cubicBezTo>
                  <a:cubicBezTo>
                    <a:pt x="38481" y="43053"/>
                    <a:pt x="35941" y="44704"/>
                    <a:pt x="33020" y="45974"/>
                  </a:cubicBezTo>
                  <a:cubicBezTo>
                    <a:pt x="30099" y="47244"/>
                    <a:pt x="27051" y="47752"/>
                    <a:pt x="23876" y="47752"/>
                  </a:cubicBezTo>
                  <a:cubicBezTo>
                    <a:pt x="20701" y="47752"/>
                    <a:pt x="17653" y="47117"/>
                    <a:pt x="14732" y="45974"/>
                  </a:cubicBezTo>
                  <a:cubicBezTo>
                    <a:pt x="11811" y="44831"/>
                    <a:pt x="9271" y="43053"/>
                    <a:pt x="6985" y="40767"/>
                  </a:cubicBezTo>
                  <a:cubicBezTo>
                    <a:pt x="4699" y="38481"/>
                    <a:pt x="3048" y="35941"/>
                    <a:pt x="1778" y="33020"/>
                  </a:cubicBezTo>
                  <a:cubicBezTo>
                    <a:pt x="508" y="30099"/>
                    <a:pt x="0" y="27051"/>
                    <a:pt x="0" y="23876"/>
                  </a:cubicBezTo>
                  <a:cubicBezTo>
                    <a:pt x="0" y="20701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650746" y="952500"/>
              <a:ext cx="2777363" cy="19050"/>
            </a:xfrm>
            <a:custGeom>
              <a:avLst/>
              <a:gdLst/>
              <a:ahLst/>
              <a:cxnLst/>
              <a:rect r="r" b="b" t="t" l="l"/>
              <a:pathLst>
                <a:path h="19050" w="2777363">
                  <a:moveTo>
                    <a:pt x="0" y="0"/>
                  </a:moveTo>
                  <a:lnTo>
                    <a:pt x="0" y="19050"/>
                  </a:lnTo>
                  <a:lnTo>
                    <a:pt x="851662" y="19050"/>
                  </a:lnTo>
                  <a:lnTo>
                    <a:pt x="851662" y="0"/>
                  </a:lnTo>
                  <a:close/>
                  <a:moveTo>
                    <a:pt x="938022" y="0"/>
                  </a:moveTo>
                  <a:lnTo>
                    <a:pt x="938022" y="19050"/>
                  </a:lnTo>
                  <a:lnTo>
                    <a:pt x="2777363" y="19050"/>
                  </a:lnTo>
                  <a:lnTo>
                    <a:pt x="277736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0" id="40"/>
          <p:cNvGrpSpPr>
            <a:grpSpLocks noChangeAspect="true"/>
          </p:cNvGrpSpPr>
          <p:nvPr/>
        </p:nvGrpSpPr>
        <p:grpSpPr>
          <a:xfrm rot="0">
            <a:off x="9622107" y="6790934"/>
            <a:ext cx="5203631" cy="1409700"/>
            <a:chOff x="0" y="0"/>
            <a:chExt cx="5203622" cy="14097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90500" y="190500"/>
              <a:ext cx="1435989" cy="19050"/>
            </a:xfrm>
            <a:custGeom>
              <a:avLst/>
              <a:gdLst/>
              <a:ahLst/>
              <a:cxnLst/>
              <a:rect r="r" b="b" t="t" l="l"/>
              <a:pathLst>
                <a:path h="19050" w="1435989">
                  <a:moveTo>
                    <a:pt x="0" y="0"/>
                  </a:moveTo>
                  <a:lnTo>
                    <a:pt x="0" y="19050"/>
                  </a:lnTo>
                  <a:lnTo>
                    <a:pt x="921639" y="19050"/>
                  </a:lnTo>
                  <a:lnTo>
                    <a:pt x="921639" y="0"/>
                  </a:lnTo>
                  <a:close/>
                  <a:moveTo>
                    <a:pt x="1084072" y="0"/>
                  </a:moveTo>
                  <a:lnTo>
                    <a:pt x="1084072" y="19050"/>
                  </a:lnTo>
                  <a:lnTo>
                    <a:pt x="1435989" y="19050"/>
                  </a:lnTo>
                  <a:lnTo>
                    <a:pt x="1435989" y="0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390398" y="36195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752" y="23876"/>
                  </a:moveTo>
                  <a:cubicBezTo>
                    <a:pt x="47752" y="27051"/>
                    <a:pt x="47117" y="30099"/>
                    <a:pt x="45974" y="33020"/>
                  </a:cubicBezTo>
                  <a:cubicBezTo>
                    <a:pt x="44831" y="35941"/>
                    <a:pt x="43053" y="38481"/>
                    <a:pt x="40767" y="40767"/>
                  </a:cubicBezTo>
                  <a:cubicBezTo>
                    <a:pt x="38481" y="43053"/>
                    <a:pt x="35941" y="44704"/>
                    <a:pt x="33020" y="45974"/>
                  </a:cubicBezTo>
                  <a:cubicBezTo>
                    <a:pt x="30099" y="47244"/>
                    <a:pt x="27051" y="47752"/>
                    <a:pt x="23876" y="47752"/>
                  </a:cubicBezTo>
                  <a:cubicBezTo>
                    <a:pt x="20701" y="47752"/>
                    <a:pt x="17653" y="47117"/>
                    <a:pt x="14732" y="45974"/>
                  </a:cubicBezTo>
                  <a:cubicBezTo>
                    <a:pt x="11811" y="44831"/>
                    <a:pt x="9271" y="43053"/>
                    <a:pt x="6985" y="40767"/>
                  </a:cubicBezTo>
                  <a:cubicBezTo>
                    <a:pt x="4699" y="38481"/>
                    <a:pt x="3048" y="35941"/>
                    <a:pt x="1778" y="33020"/>
                  </a:cubicBezTo>
                  <a:cubicBezTo>
                    <a:pt x="508" y="30099"/>
                    <a:pt x="0" y="27051"/>
                    <a:pt x="0" y="23876"/>
                  </a:cubicBezTo>
                  <a:cubicBezTo>
                    <a:pt x="0" y="20701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492758" y="457200"/>
              <a:ext cx="1927733" cy="19050"/>
            </a:xfrm>
            <a:custGeom>
              <a:avLst/>
              <a:gdLst/>
              <a:ahLst/>
              <a:cxnLst/>
              <a:rect r="r" b="b" t="t" l="l"/>
              <a:pathLst>
                <a:path h="19050" w="1927733">
                  <a:moveTo>
                    <a:pt x="0" y="0"/>
                  </a:moveTo>
                  <a:lnTo>
                    <a:pt x="0" y="19050"/>
                  </a:lnTo>
                  <a:lnTo>
                    <a:pt x="1422654" y="19050"/>
                  </a:lnTo>
                  <a:lnTo>
                    <a:pt x="1422654" y="0"/>
                  </a:lnTo>
                  <a:close/>
                  <a:moveTo>
                    <a:pt x="1559814" y="0"/>
                  </a:moveTo>
                  <a:lnTo>
                    <a:pt x="1559814" y="19050"/>
                  </a:lnTo>
                  <a:lnTo>
                    <a:pt x="1927733" y="19050"/>
                  </a:lnTo>
                  <a:lnTo>
                    <a:pt x="192773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390398" y="60960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752" y="23876"/>
                  </a:moveTo>
                  <a:cubicBezTo>
                    <a:pt x="47752" y="27051"/>
                    <a:pt x="47117" y="30099"/>
                    <a:pt x="45974" y="33020"/>
                  </a:cubicBezTo>
                  <a:cubicBezTo>
                    <a:pt x="44831" y="35941"/>
                    <a:pt x="43053" y="38481"/>
                    <a:pt x="40767" y="40767"/>
                  </a:cubicBezTo>
                  <a:cubicBezTo>
                    <a:pt x="38481" y="43053"/>
                    <a:pt x="35941" y="44704"/>
                    <a:pt x="33020" y="45974"/>
                  </a:cubicBezTo>
                  <a:cubicBezTo>
                    <a:pt x="30099" y="47244"/>
                    <a:pt x="27051" y="47752"/>
                    <a:pt x="23876" y="47752"/>
                  </a:cubicBezTo>
                  <a:cubicBezTo>
                    <a:pt x="20701" y="47752"/>
                    <a:pt x="17653" y="47117"/>
                    <a:pt x="14732" y="45974"/>
                  </a:cubicBezTo>
                  <a:cubicBezTo>
                    <a:pt x="11811" y="44831"/>
                    <a:pt x="9271" y="43053"/>
                    <a:pt x="6985" y="40767"/>
                  </a:cubicBezTo>
                  <a:cubicBezTo>
                    <a:pt x="4699" y="38481"/>
                    <a:pt x="3048" y="35941"/>
                    <a:pt x="1778" y="33020"/>
                  </a:cubicBezTo>
                  <a:cubicBezTo>
                    <a:pt x="508" y="30099"/>
                    <a:pt x="0" y="27051"/>
                    <a:pt x="0" y="23876"/>
                  </a:cubicBezTo>
                  <a:cubicBezTo>
                    <a:pt x="0" y="20701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588643" y="704850"/>
              <a:ext cx="3424428" cy="19050"/>
            </a:xfrm>
            <a:custGeom>
              <a:avLst/>
              <a:gdLst/>
              <a:ahLst/>
              <a:cxnLst/>
              <a:rect r="r" b="b" t="t" l="l"/>
              <a:pathLst>
                <a:path h="19050" w="3424428">
                  <a:moveTo>
                    <a:pt x="0" y="0"/>
                  </a:moveTo>
                  <a:lnTo>
                    <a:pt x="3424428" y="0"/>
                  </a:lnTo>
                  <a:lnTo>
                    <a:pt x="342442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550799" y="952500"/>
              <a:ext cx="955929" cy="19050"/>
            </a:xfrm>
            <a:custGeom>
              <a:avLst/>
              <a:gdLst/>
              <a:ahLst/>
              <a:cxnLst/>
              <a:rect r="r" b="b" t="t" l="l"/>
              <a:pathLst>
                <a:path h="19050" w="955929">
                  <a:moveTo>
                    <a:pt x="0" y="0"/>
                  </a:moveTo>
                  <a:lnTo>
                    <a:pt x="0" y="19050"/>
                  </a:lnTo>
                  <a:lnTo>
                    <a:pt x="312166" y="19050"/>
                  </a:lnTo>
                  <a:lnTo>
                    <a:pt x="312166" y="0"/>
                  </a:lnTo>
                  <a:close/>
                  <a:moveTo>
                    <a:pt x="449326" y="0"/>
                  </a:moveTo>
                  <a:lnTo>
                    <a:pt x="449326" y="19050"/>
                  </a:lnTo>
                  <a:lnTo>
                    <a:pt x="955929" y="19050"/>
                  </a:lnTo>
                  <a:lnTo>
                    <a:pt x="95592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390398" y="110490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752" y="23876"/>
                  </a:moveTo>
                  <a:cubicBezTo>
                    <a:pt x="47752" y="27051"/>
                    <a:pt x="47117" y="30099"/>
                    <a:pt x="45974" y="33020"/>
                  </a:cubicBezTo>
                  <a:cubicBezTo>
                    <a:pt x="44831" y="35941"/>
                    <a:pt x="43053" y="38481"/>
                    <a:pt x="40767" y="40767"/>
                  </a:cubicBezTo>
                  <a:cubicBezTo>
                    <a:pt x="38481" y="43053"/>
                    <a:pt x="35941" y="44704"/>
                    <a:pt x="33020" y="45974"/>
                  </a:cubicBezTo>
                  <a:cubicBezTo>
                    <a:pt x="30099" y="47244"/>
                    <a:pt x="27051" y="47752"/>
                    <a:pt x="23876" y="47752"/>
                  </a:cubicBezTo>
                  <a:cubicBezTo>
                    <a:pt x="20701" y="47752"/>
                    <a:pt x="17653" y="47117"/>
                    <a:pt x="14732" y="45974"/>
                  </a:cubicBezTo>
                  <a:cubicBezTo>
                    <a:pt x="11811" y="44831"/>
                    <a:pt x="9271" y="43053"/>
                    <a:pt x="6985" y="40767"/>
                  </a:cubicBezTo>
                  <a:cubicBezTo>
                    <a:pt x="4699" y="38481"/>
                    <a:pt x="3048" y="35941"/>
                    <a:pt x="1778" y="33020"/>
                  </a:cubicBezTo>
                  <a:cubicBezTo>
                    <a:pt x="508" y="30099"/>
                    <a:pt x="0" y="27051"/>
                    <a:pt x="0" y="23876"/>
                  </a:cubicBezTo>
                  <a:cubicBezTo>
                    <a:pt x="0" y="20701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788922" y="1200150"/>
              <a:ext cx="2326640" cy="19050"/>
            </a:xfrm>
            <a:custGeom>
              <a:avLst/>
              <a:gdLst/>
              <a:ahLst/>
              <a:cxnLst/>
              <a:rect r="r" b="b" t="t" l="l"/>
              <a:pathLst>
                <a:path h="19050" w="2326640">
                  <a:moveTo>
                    <a:pt x="0" y="0"/>
                  </a:moveTo>
                  <a:lnTo>
                    <a:pt x="2326640" y="0"/>
                  </a:lnTo>
                  <a:lnTo>
                    <a:pt x="232664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9" id="49"/>
          <p:cNvGrpSpPr>
            <a:grpSpLocks noChangeAspect="true"/>
          </p:cNvGrpSpPr>
          <p:nvPr/>
        </p:nvGrpSpPr>
        <p:grpSpPr>
          <a:xfrm rot="0">
            <a:off x="9622107" y="5514584"/>
            <a:ext cx="6087323" cy="1225553"/>
            <a:chOff x="0" y="0"/>
            <a:chExt cx="6087313" cy="12255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90500" y="190500"/>
              <a:ext cx="1312672" cy="19050"/>
            </a:xfrm>
            <a:custGeom>
              <a:avLst/>
              <a:gdLst/>
              <a:ahLst/>
              <a:cxnLst/>
              <a:rect r="r" b="b" t="t" l="l"/>
              <a:pathLst>
                <a:path h="19050" w="1312672">
                  <a:moveTo>
                    <a:pt x="0" y="0"/>
                  </a:moveTo>
                  <a:lnTo>
                    <a:pt x="1312672" y="0"/>
                  </a:lnTo>
                  <a:lnTo>
                    <a:pt x="131267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390398" y="36195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752" y="23876"/>
                  </a:moveTo>
                  <a:cubicBezTo>
                    <a:pt x="47752" y="27051"/>
                    <a:pt x="47117" y="30099"/>
                    <a:pt x="45974" y="33020"/>
                  </a:cubicBezTo>
                  <a:cubicBezTo>
                    <a:pt x="44831" y="35941"/>
                    <a:pt x="43053" y="38481"/>
                    <a:pt x="40767" y="40767"/>
                  </a:cubicBezTo>
                  <a:cubicBezTo>
                    <a:pt x="38481" y="43053"/>
                    <a:pt x="35941" y="44704"/>
                    <a:pt x="33020" y="45974"/>
                  </a:cubicBezTo>
                  <a:cubicBezTo>
                    <a:pt x="30099" y="47244"/>
                    <a:pt x="27051" y="47752"/>
                    <a:pt x="23876" y="47752"/>
                  </a:cubicBezTo>
                  <a:cubicBezTo>
                    <a:pt x="20701" y="47752"/>
                    <a:pt x="17653" y="47117"/>
                    <a:pt x="14732" y="45974"/>
                  </a:cubicBezTo>
                  <a:cubicBezTo>
                    <a:pt x="11811" y="44831"/>
                    <a:pt x="9271" y="43053"/>
                    <a:pt x="6985" y="40767"/>
                  </a:cubicBezTo>
                  <a:cubicBezTo>
                    <a:pt x="4699" y="38481"/>
                    <a:pt x="3048" y="35941"/>
                    <a:pt x="1778" y="33020"/>
                  </a:cubicBezTo>
                  <a:cubicBezTo>
                    <a:pt x="508" y="30099"/>
                    <a:pt x="0" y="27051"/>
                    <a:pt x="0" y="23876"/>
                  </a:cubicBezTo>
                  <a:cubicBezTo>
                    <a:pt x="0" y="20701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1459738" y="457200"/>
              <a:ext cx="2862961" cy="19050"/>
            </a:xfrm>
            <a:custGeom>
              <a:avLst/>
              <a:gdLst/>
              <a:ahLst/>
              <a:cxnLst/>
              <a:rect r="r" b="b" t="t" l="l"/>
              <a:pathLst>
                <a:path h="19050" w="2862961">
                  <a:moveTo>
                    <a:pt x="0" y="0"/>
                  </a:moveTo>
                  <a:lnTo>
                    <a:pt x="0" y="19050"/>
                  </a:lnTo>
                  <a:lnTo>
                    <a:pt x="1737741" y="19050"/>
                  </a:lnTo>
                  <a:lnTo>
                    <a:pt x="1737741" y="0"/>
                  </a:lnTo>
                  <a:close/>
                  <a:moveTo>
                    <a:pt x="1875028" y="0"/>
                  </a:moveTo>
                  <a:lnTo>
                    <a:pt x="1875028" y="19050"/>
                  </a:lnTo>
                  <a:lnTo>
                    <a:pt x="2743327" y="19050"/>
                  </a:lnTo>
                  <a:lnTo>
                    <a:pt x="2743327" y="0"/>
                  </a:lnTo>
                  <a:close/>
                  <a:moveTo>
                    <a:pt x="2829560" y="0"/>
                  </a:moveTo>
                  <a:lnTo>
                    <a:pt x="2829560" y="19050"/>
                  </a:lnTo>
                  <a:lnTo>
                    <a:pt x="2862961" y="19050"/>
                  </a:lnTo>
                  <a:lnTo>
                    <a:pt x="2862961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390398" y="60960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752" y="23876"/>
                  </a:moveTo>
                  <a:cubicBezTo>
                    <a:pt x="47752" y="27051"/>
                    <a:pt x="47117" y="30099"/>
                    <a:pt x="45974" y="33020"/>
                  </a:cubicBezTo>
                  <a:cubicBezTo>
                    <a:pt x="44831" y="35941"/>
                    <a:pt x="43053" y="38481"/>
                    <a:pt x="40767" y="40767"/>
                  </a:cubicBezTo>
                  <a:cubicBezTo>
                    <a:pt x="38481" y="43053"/>
                    <a:pt x="35941" y="44704"/>
                    <a:pt x="33020" y="45974"/>
                  </a:cubicBezTo>
                  <a:cubicBezTo>
                    <a:pt x="30099" y="47244"/>
                    <a:pt x="27051" y="47752"/>
                    <a:pt x="23876" y="47752"/>
                  </a:cubicBezTo>
                  <a:cubicBezTo>
                    <a:pt x="20701" y="47752"/>
                    <a:pt x="17653" y="47117"/>
                    <a:pt x="14732" y="45974"/>
                  </a:cubicBezTo>
                  <a:cubicBezTo>
                    <a:pt x="11811" y="44831"/>
                    <a:pt x="9271" y="43053"/>
                    <a:pt x="6985" y="40767"/>
                  </a:cubicBezTo>
                  <a:cubicBezTo>
                    <a:pt x="4699" y="38481"/>
                    <a:pt x="3048" y="35941"/>
                    <a:pt x="1778" y="33020"/>
                  </a:cubicBezTo>
                  <a:cubicBezTo>
                    <a:pt x="508" y="30099"/>
                    <a:pt x="0" y="27051"/>
                    <a:pt x="0" y="23876"/>
                  </a:cubicBezTo>
                  <a:cubicBezTo>
                    <a:pt x="0" y="20701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1477899" y="704850"/>
              <a:ext cx="1641729" cy="19050"/>
            </a:xfrm>
            <a:custGeom>
              <a:avLst/>
              <a:gdLst/>
              <a:ahLst/>
              <a:cxnLst/>
              <a:rect r="r" b="b" t="t" l="l"/>
              <a:pathLst>
                <a:path h="19050" w="1641729">
                  <a:moveTo>
                    <a:pt x="0" y="0"/>
                  </a:moveTo>
                  <a:lnTo>
                    <a:pt x="0" y="19050"/>
                  </a:lnTo>
                  <a:lnTo>
                    <a:pt x="1521841" y="19050"/>
                  </a:lnTo>
                  <a:lnTo>
                    <a:pt x="1521841" y="0"/>
                  </a:lnTo>
                  <a:close/>
                  <a:moveTo>
                    <a:pt x="1608201" y="0"/>
                  </a:moveTo>
                  <a:lnTo>
                    <a:pt x="1608201" y="19050"/>
                  </a:lnTo>
                  <a:lnTo>
                    <a:pt x="1641729" y="19050"/>
                  </a:lnTo>
                  <a:lnTo>
                    <a:pt x="164172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390398" y="85725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752" y="23876"/>
                  </a:moveTo>
                  <a:cubicBezTo>
                    <a:pt x="47752" y="27051"/>
                    <a:pt x="47117" y="30099"/>
                    <a:pt x="45974" y="33020"/>
                  </a:cubicBezTo>
                  <a:cubicBezTo>
                    <a:pt x="44831" y="35941"/>
                    <a:pt x="43053" y="38481"/>
                    <a:pt x="40767" y="40767"/>
                  </a:cubicBezTo>
                  <a:cubicBezTo>
                    <a:pt x="38481" y="43053"/>
                    <a:pt x="35941" y="44704"/>
                    <a:pt x="33020" y="45974"/>
                  </a:cubicBezTo>
                  <a:cubicBezTo>
                    <a:pt x="30099" y="47244"/>
                    <a:pt x="27051" y="47752"/>
                    <a:pt x="23876" y="47752"/>
                  </a:cubicBezTo>
                  <a:cubicBezTo>
                    <a:pt x="20701" y="47752"/>
                    <a:pt x="17653" y="47117"/>
                    <a:pt x="14732" y="45974"/>
                  </a:cubicBezTo>
                  <a:cubicBezTo>
                    <a:pt x="11811" y="44831"/>
                    <a:pt x="9271" y="43053"/>
                    <a:pt x="6985" y="40767"/>
                  </a:cubicBezTo>
                  <a:cubicBezTo>
                    <a:pt x="4699" y="38481"/>
                    <a:pt x="3048" y="35941"/>
                    <a:pt x="1778" y="33020"/>
                  </a:cubicBezTo>
                  <a:cubicBezTo>
                    <a:pt x="508" y="30099"/>
                    <a:pt x="0" y="27051"/>
                    <a:pt x="0" y="23876"/>
                  </a:cubicBezTo>
                  <a:cubicBezTo>
                    <a:pt x="0" y="20701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181225" y="952500"/>
              <a:ext cx="52959" cy="19050"/>
            </a:xfrm>
            <a:custGeom>
              <a:avLst/>
              <a:gdLst/>
              <a:ahLst/>
              <a:cxnLst/>
              <a:rect r="r" b="b" t="t" l="l"/>
              <a:pathLst>
                <a:path h="19050" w="52959">
                  <a:moveTo>
                    <a:pt x="0" y="0"/>
                  </a:moveTo>
                  <a:lnTo>
                    <a:pt x="52959" y="0"/>
                  </a:lnTo>
                  <a:lnTo>
                    <a:pt x="529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2234184" y="952500"/>
              <a:ext cx="3599180" cy="19050"/>
            </a:xfrm>
            <a:custGeom>
              <a:avLst/>
              <a:gdLst/>
              <a:ahLst/>
              <a:cxnLst/>
              <a:rect r="r" b="b" t="t" l="l"/>
              <a:pathLst>
                <a:path h="19050" w="3599180">
                  <a:moveTo>
                    <a:pt x="0" y="0"/>
                  </a:moveTo>
                  <a:lnTo>
                    <a:pt x="3599180" y="0"/>
                  </a:lnTo>
                  <a:lnTo>
                    <a:pt x="359918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8" id="58"/>
          <p:cNvGrpSpPr>
            <a:grpSpLocks noChangeAspect="true"/>
          </p:cNvGrpSpPr>
          <p:nvPr/>
        </p:nvGrpSpPr>
        <p:grpSpPr>
          <a:xfrm rot="0">
            <a:off x="11034389" y="2571664"/>
            <a:ext cx="5225806" cy="47625"/>
            <a:chOff x="0" y="0"/>
            <a:chExt cx="5225809" cy="4762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225796" cy="47625"/>
            </a:xfrm>
            <a:custGeom>
              <a:avLst/>
              <a:gdLst/>
              <a:ahLst/>
              <a:cxnLst/>
              <a:rect r="r" b="b" t="t" l="l"/>
              <a:pathLst>
                <a:path h="47625" w="5225796">
                  <a:moveTo>
                    <a:pt x="0" y="0"/>
                  </a:moveTo>
                  <a:lnTo>
                    <a:pt x="5225796" y="0"/>
                  </a:lnTo>
                  <a:lnTo>
                    <a:pt x="5225796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4A7EBB"/>
            </a:solidFill>
          </p:spPr>
        </p:sp>
      </p:grpSp>
      <p:grpSp>
        <p:nvGrpSpPr>
          <p:cNvPr name="Group 60" id="60"/>
          <p:cNvGrpSpPr>
            <a:grpSpLocks noChangeAspect="true"/>
          </p:cNvGrpSpPr>
          <p:nvPr/>
        </p:nvGrpSpPr>
        <p:grpSpPr>
          <a:xfrm rot="0">
            <a:off x="11346285" y="4485884"/>
            <a:ext cx="5122221" cy="895350"/>
            <a:chOff x="0" y="0"/>
            <a:chExt cx="5122215" cy="8953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2141347" y="190500"/>
              <a:ext cx="2041779" cy="19050"/>
            </a:xfrm>
            <a:custGeom>
              <a:avLst/>
              <a:gdLst/>
              <a:ahLst/>
              <a:cxnLst/>
              <a:rect r="r" b="b" t="t" l="l"/>
              <a:pathLst>
                <a:path h="19050" w="2041779">
                  <a:moveTo>
                    <a:pt x="0" y="0"/>
                  </a:moveTo>
                  <a:lnTo>
                    <a:pt x="0" y="19050"/>
                  </a:lnTo>
                  <a:lnTo>
                    <a:pt x="877570" y="19050"/>
                  </a:lnTo>
                  <a:lnTo>
                    <a:pt x="877570" y="0"/>
                  </a:lnTo>
                  <a:close/>
                  <a:moveTo>
                    <a:pt x="951230" y="0"/>
                  </a:moveTo>
                  <a:lnTo>
                    <a:pt x="951230" y="19050"/>
                  </a:lnTo>
                  <a:lnTo>
                    <a:pt x="2041779" y="19050"/>
                  </a:lnTo>
                  <a:lnTo>
                    <a:pt x="204177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1802892" y="438150"/>
              <a:ext cx="3128772" cy="19050"/>
            </a:xfrm>
            <a:custGeom>
              <a:avLst/>
              <a:gdLst/>
              <a:ahLst/>
              <a:cxnLst/>
              <a:rect r="r" b="b" t="t" l="l"/>
              <a:pathLst>
                <a:path h="19050" w="3128772">
                  <a:moveTo>
                    <a:pt x="0" y="0"/>
                  </a:moveTo>
                  <a:lnTo>
                    <a:pt x="0" y="19050"/>
                  </a:lnTo>
                  <a:lnTo>
                    <a:pt x="1486916" y="19050"/>
                  </a:lnTo>
                  <a:lnTo>
                    <a:pt x="1486916" y="0"/>
                  </a:lnTo>
                  <a:close/>
                  <a:moveTo>
                    <a:pt x="1624076" y="0"/>
                  </a:moveTo>
                  <a:lnTo>
                    <a:pt x="1624076" y="19050"/>
                  </a:lnTo>
                  <a:lnTo>
                    <a:pt x="2224405" y="19050"/>
                  </a:lnTo>
                  <a:lnTo>
                    <a:pt x="2224405" y="0"/>
                  </a:lnTo>
                  <a:close/>
                  <a:moveTo>
                    <a:pt x="2361565" y="0"/>
                  </a:moveTo>
                  <a:lnTo>
                    <a:pt x="2361565" y="19050"/>
                  </a:lnTo>
                  <a:lnTo>
                    <a:pt x="3128772" y="19050"/>
                  </a:lnTo>
                  <a:lnTo>
                    <a:pt x="312877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90500" y="685800"/>
              <a:ext cx="1644269" cy="19050"/>
            </a:xfrm>
            <a:custGeom>
              <a:avLst/>
              <a:gdLst/>
              <a:ahLst/>
              <a:cxnLst/>
              <a:rect r="r" b="b" t="t" l="l"/>
              <a:pathLst>
                <a:path h="19050" w="1644269">
                  <a:moveTo>
                    <a:pt x="0" y="0"/>
                  </a:moveTo>
                  <a:lnTo>
                    <a:pt x="0" y="19050"/>
                  </a:lnTo>
                  <a:lnTo>
                    <a:pt x="869061" y="19050"/>
                  </a:lnTo>
                  <a:lnTo>
                    <a:pt x="869061" y="0"/>
                  </a:lnTo>
                  <a:close/>
                  <a:moveTo>
                    <a:pt x="955421" y="0"/>
                  </a:moveTo>
                  <a:lnTo>
                    <a:pt x="955421" y="19050"/>
                  </a:lnTo>
                  <a:lnTo>
                    <a:pt x="1027176" y="19050"/>
                  </a:lnTo>
                  <a:lnTo>
                    <a:pt x="1027176" y="0"/>
                  </a:lnTo>
                  <a:close/>
                  <a:moveTo>
                    <a:pt x="1164336" y="0"/>
                  </a:moveTo>
                  <a:lnTo>
                    <a:pt x="1164336" y="19050"/>
                  </a:lnTo>
                  <a:lnTo>
                    <a:pt x="1644269" y="19050"/>
                  </a:lnTo>
                  <a:lnTo>
                    <a:pt x="164426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4" id="64"/>
          <p:cNvGrpSpPr>
            <a:grpSpLocks noChangeAspect="true"/>
          </p:cNvGrpSpPr>
          <p:nvPr/>
        </p:nvGrpSpPr>
        <p:grpSpPr>
          <a:xfrm rot="0">
            <a:off x="9622107" y="8553059"/>
            <a:ext cx="8531723" cy="1409700"/>
            <a:chOff x="0" y="0"/>
            <a:chExt cx="8531720" cy="14097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90500" y="190500"/>
              <a:ext cx="1438910" cy="19050"/>
            </a:xfrm>
            <a:custGeom>
              <a:avLst/>
              <a:gdLst/>
              <a:ahLst/>
              <a:cxnLst/>
              <a:rect r="r" b="b" t="t" l="l"/>
              <a:pathLst>
                <a:path h="19050" w="1438910">
                  <a:moveTo>
                    <a:pt x="0" y="0"/>
                  </a:moveTo>
                  <a:lnTo>
                    <a:pt x="1438910" y="0"/>
                  </a:lnTo>
                  <a:lnTo>
                    <a:pt x="143891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390398" y="36195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752" y="23876"/>
                  </a:moveTo>
                  <a:cubicBezTo>
                    <a:pt x="47752" y="27051"/>
                    <a:pt x="47117" y="30099"/>
                    <a:pt x="45974" y="33020"/>
                  </a:cubicBezTo>
                  <a:cubicBezTo>
                    <a:pt x="44831" y="35941"/>
                    <a:pt x="43053" y="38481"/>
                    <a:pt x="40767" y="40767"/>
                  </a:cubicBezTo>
                  <a:cubicBezTo>
                    <a:pt x="38481" y="43053"/>
                    <a:pt x="35941" y="44704"/>
                    <a:pt x="33020" y="45974"/>
                  </a:cubicBezTo>
                  <a:cubicBezTo>
                    <a:pt x="30099" y="47244"/>
                    <a:pt x="27051" y="47752"/>
                    <a:pt x="23876" y="47752"/>
                  </a:cubicBezTo>
                  <a:cubicBezTo>
                    <a:pt x="20701" y="47752"/>
                    <a:pt x="17653" y="47117"/>
                    <a:pt x="14732" y="45974"/>
                  </a:cubicBezTo>
                  <a:cubicBezTo>
                    <a:pt x="11811" y="44831"/>
                    <a:pt x="9271" y="43053"/>
                    <a:pt x="6985" y="40767"/>
                  </a:cubicBezTo>
                  <a:cubicBezTo>
                    <a:pt x="4699" y="38481"/>
                    <a:pt x="3048" y="35941"/>
                    <a:pt x="1778" y="33020"/>
                  </a:cubicBezTo>
                  <a:cubicBezTo>
                    <a:pt x="508" y="30099"/>
                    <a:pt x="0" y="27051"/>
                    <a:pt x="0" y="23876"/>
                  </a:cubicBezTo>
                  <a:cubicBezTo>
                    <a:pt x="0" y="20701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2184146" y="457200"/>
              <a:ext cx="2843530" cy="19050"/>
            </a:xfrm>
            <a:custGeom>
              <a:avLst/>
              <a:gdLst/>
              <a:ahLst/>
              <a:cxnLst/>
              <a:rect r="r" b="b" t="t" l="l"/>
              <a:pathLst>
                <a:path h="19050" w="2843530">
                  <a:moveTo>
                    <a:pt x="0" y="0"/>
                  </a:moveTo>
                  <a:lnTo>
                    <a:pt x="0" y="19050"/>
                  </a:lnTo>
                  <a:lnTo>
                    <a:pt x="1060450" y="19050"/>
                  </a:lnTo>
                  <a:lnTo>
                    <a:pt x="1060450" y="0"/>
                  </a:lnTo>
                  <a:close/>
                  <a:moveTo>
                    <a:pt x="1197610" y="0"/>
                  </a:moveTo>
                  <a:lnTo>
                    <a:pt x="1197610" y="19050"/>
                  </a:lnTo>
                  <a:lnTo>
                    <a:pt x="2843530" y="19050"/>
                  </a:lnTo>
                  <a:lnTo>
                    <a:pt x="284353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390398" y="60960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752" y="23876"/>
                  </a:moveTo>
                  <a:cubicBezTo>
                    <a:pt x="47752" y="27051"/>
                    <a:pt x="47117" y="30099"/>
                    <a:pt x="45974" y="33020"/>
                  </a:cubicBezTo>
                  <a:cubicBezTo>
                    <a:pt x="44831" y="35941"/>
                    <a:pt x="43053" y="38481"/>
                    <a:pt x="40767" y="40767"/>
                  </a:cubicBezTo>
                  <a:cubicBezTo>
                    <a:pt x="38481" y="43053"/>
                    <a:pt x="35941" y="44704"/>
                    <a:pt x="33020" y="45974"/>
                  </a:cubicBezTo>
                  <a:cubicBezTo>
                    <a:pt x="30099" y="47244"/>
                    <a:pt x="27051" y="47752"/>
                    <a:pt x="23876" y="47752"/>
                  </a:cubicBezTo>
                  <a:cubicBezTo>
                    <a:pt x="20701" y="47752"/>
                    <a:pt x="17653" y="47117"/>
                    <a:pt x="14732" y="45974"/>
                  </a:cubicBezTo>
                  <a:cubicBezTo>
                    <a:pt x="11811" y="44831"/>
                    <a:pt x="9271" y="43053"/>
                    <a:pt x="6985" y="40767"/>
                  </a:cubicBezTo>
                  <a:cubicBezTo>
                    <a:pt x="4699" y="38481"/>
                    <a:pt x="3048" y="35941"/>
                    <a:pt x="1778" y="33020"/>
                  </a:cubicBezTo>
                  <a:cubicBezTo>
                    <a:pt x="508" y="30099"/>
                    <a:pt x="0" y="27051"/>
                    <a:pt x="0" y="23876"/>
                  </a:cubicBezTo>
                  <a:cubicBezTo>
                    <a:pt x="0" y="20701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1369568" y="704850"/>
              <a:ext cx="2604897" cy="19050"/>
            </a:xfrm>
            <a:custGeom>
              <a:avLst/>
              <a:gdLst/>
              <a:ahLst/>
              <a:cxnLst/>
              <a:rect r="r" b="b" t="t" l="l"/>
              <a:pathLst>
                <a:path h="19050" w="2604897">
                  <a:moveTo>
                    <a:pt x="0" y="0"/>
                  </a:moveTo>
                  <a:lnTo>
                    <a:pt x="0" y="19050"/>
                  </a:lnTo>
                  <a:lnTo>
                    <a:pt x="1995043" y="19050"/>
                  </a:lnTo>
                  <a:lnTo>
                    <a:pt x="1995043" y="0"/>
                  </a:lnTo>
                  <a:close/>
                  <a:moveTo>
                    <a:pt x="2081403" y="0"/>
                  </a:moveTo>
                  <a:lnTo>
                    <a:pt x="2081403" y="19050"/>
                  </a:lnTo>
                  <a:lnTo>
                    <a:pt x="2604897" y="19050"/>
                  </a:lnTo>
                  <a:lnTo>
                    <a:pt x="260489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390398" y="85725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752" y="23876"/>
                  </a:moveTo>
                  <a:cubicBezTo>
                    <a:pt x="47752" y="27051"/>
                    <a:pt x="47117" y="30099"/>
                    <a:pt x="45974" y="33020"/>
                  </a:cubicBezTo>
                  <a:cubicBezTo>
                    <a:pt x="44831" y="35941"/>
                    <a:pt x="43053" y="38481"/>
                    <a:pt x="40767" y="40767"/>
                  </a:cubicBezTo>
                  <a:cubicBezTo>
                    <a:pt x="38481" y="43053"/>
                    <a:pt x="35941" y="44704"/>
                    <a:pt x="33020" y="45974"/>
                  </a:cubicBezTo>
                  <a:cubicBezTo>
                    <a:pt x="30099" y="47244"/>
                    <a:pt x="27051" y="47752"/>
                    <a:pt x="23876" y="47752"/>
                  </a:cubicBezTo>
                  <a:cubicBezTo>
                    <a:pt x="20701" y="47752"/>
                    <a:pt x="17653" y="47117"/>
                    <a:pt x="14732" y="45974"/>
                  </a:cubicBezTo>
                  <a:cubicBezTo>
                    <a:pt x="11811" y="44831"/>
                    <a:pt x="9271" y="43053"/>
                    <a:pt x="6985" y="40767"/>
                  </a:cubicBezTo>
                  <a:cubicBezTo>
                    <a:pt x="4699" y="38481"/>
                    <a:pt x="3048" y="35941"/>
                    <a:pt x="1778" y="33020"/>
                  </a:cubicBezTo>
                  <a:cubicBezTo>
                    <a:pt x="508" y="30099"/>
                    <a:pt x="0" y="27051"/>
                    <a:pt x="0" y="23876"/>
                  </a:cubicBezTo>
                  <a:cubicBezTo>
                    <a:pt x="0" y="20701"/>
                    <a:pt x="635" y="17653"/>
                    <a:pt x="1778" y="14732"/>
                  </a:cubicBezTo>
                  <a:cubicBezTo>
                    <a:pt x="2921" y="11811"/>
                    <a:pt x="4699" y="9271"/>
                    <a:pt x="6985" y="6985"/>
                  </a:cubicBezTo>
                  <a:cubicBezTo>
                    <a:pt x="9271" y="4699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5364353" y="952500"/>
              <a:ext cx="2976880" cy="19050"/>
            </a:xfrm>
            <a:custGeom>
              <a:avLst/>
              <a:gdLst/>
              <a:ahLst/>
              <a:cxnLst/>
              <a:rect r="r" b="b" t="t" l="l"/>
              <a:pathLst>
                <a:path h="19050" w="2976880">
                  <a:moveTo>
                    <a:pt x="0" y="0"/>
                  </a:moveTo>
                  <a:lnTo>
                    <a:pt x="0" y="19050"/>
                  </a:lnTo>
                  <a:lnTo>
                    <a:pt x="660146" y="19050"/>
                  </a:lnTo>
                  <a:lnTo>
                    <a:pt x="660146" y="0"/>
                  </a:lnTo>
                  <a:close/>
                  <a:moveTo>
                    <a:pt x="730377" y="0"/>
                  </a:moveTo>
                  <a:lnTo>
                    <a:pt x="730377" y="19050"/>
                  </a:lnTo>
                  <a:lnTo>
                    <a:pt x="2430526" y="19050"/>
                  </a:lnTo>
                  <a:lnTo>
                    <a:pt x="2430526" y="0"/>
                  </a:lnTo>
                  <a:close/>
                  <a:moveTo>
                    <a:pt x="2504186" y="0"/>
                  </a:moveTo>
                  <a:lnTo>
                    <a:pt x="2504186" y="19050"/>
                  </a:lnTo>
                  <a:lnTo>
                    <a:pt x="2976880" y="19050"/>
                  </a:lnTo>
                  <a:lnTo>
                    <a:pt x="29768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550799" y="1200150"/>
              <a:ext cx="642493" cy="19050"/>
            </a:xfrm>
            <a:custGeom>
              <a:avLst/>
              <a:gdLst/>
              <a:ahLst/>
              <a:cxnLst/>
              <a:rect r="r" b="b" t="t" l="l"/>
              <a:pathLst>
                <a:path h="19050" w="642493">
                  <a:moveTo>
                    <a:pt x="0" y="0"/>
                  </a:moveTo>
                  <a:lnTo>
                    <a:pt x="0" y="19050"/>
                  </a:lnTo>
                  <a:lnTo>
                    <a:pt x="498856" y="19050"/>
                  </a:lnTo>
                  <a:lnTo>
                    <a:pt x="498856" y="0"/>
                  </a:lnTo>
                  <a:close/>
                  <a:moveTo>
                    <a:pt x="568960" y="0"/>
                  </a:moveTo>
                  <a:lnTo>
                    <a:pt x="568960" y="19050"/>
                  </a:lnTo>
                  <a:lnTo>
                    <a:pt x="642493" y="19050"/>
                  </a:lnTo>
                  <a:lnTo>
                    <a:pt x="64249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3" id="73"/>
          <p:cNvGrpSpPr>
            <a:grpSpLocks noChangeAspect="true"/>
          </p:cNvGrpSpPr>
          <p:nvPr/>
        </p:nvGrpSpPr>
        <p:grpSpPr>
          <a:xfrm rot="0">
            <a:off x="16319078" y="7495784"/>
            <a:ext cx="1644406" cy="19050"/>
            <a:chOff x="0" y="0"/>
            <a:chExt cx="1644396" cy="190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644396" cy="19050"/>
            </a:xfrm>
            <a:custGeom>
              <a:avLst/>
              <a:gdLst/>
              <a:ahLst/>
              <a:cxnLst/>
              <a:rect r="r" b="b" t="t" l="l"/>
              <a:pathLst>
                <a:path h="19050" w="1644396">
                  <a:moveTo>
                    <a:pt x="0" y="0"/>
                  </a:moveTo>
                  <a:lnTo>
                    <a:pt x="1644396" y="0"/>
                  </a:lnTo>
                  <a:lnTo>
                    <a:pt x="16443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5" id="75"/>
          <p:cNvGrpSpPr>
            <a:grpSpLocks noChangeAspect="true"/>
          </p:cNvGrpSpPr>
          <p:nvPr/>
        </p:nvGrpSpPr>
        <p:grpSpPr>
          <a:xfrm rot="0">
            <a:off x="238173" y="218894"/>
            <a:ext cx="1108243" cy="1108243"/>
            <a:chOff x="0" y="0"/>
            <a:chExt cx="1477658" cy="147765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477772" cy="1477772"/>
            </a:xfrm>
            <a:custGeom>
              <a:avLst/>
              <a:gdLst/>
              <a:ahLst/>
              <a:cxnLst/>
              <a:rect r="r" b="b" t="t" l="l"/>
              <a:pathLst>
                <a:path h="1477772" w="1477772">
                  <a:moveTo>
                    <a:pt x="738886" y="0"/>
                  </a:moveTo>
                  <a:cubicBezTo>
                    <a:pt x="330835" y="0"/>
                    <a:pt x="0" y="330835"/>
                    <a:pt x="0" y="738886"/>
                  </a:cubicBezTo>
                  <a:cubicBezTo>
                    <a:pt x="0" y="1146937"/>
                    <a:pt x="330835" y="1477772"/>
                    <a:pt x="738886" y="1477772"/>
                  </a:cubicBezTo>
                  <a:cubicBezTo>
                    <a:pt x="1146937" y="1477772"/>
                    <a:pt x="1477772" y="1146937"/>
                    <a:pt x="1477772" y="738886"/>
                  </a:cubicBezTo>
                  <a:cubicBezTo>
                    <a:pt x="1477772" y="330835"/>
                    <a:pt x="1146937" y="0"/>
                    <a:pt x="738886" y="0"/>
                  </a:cubicBezTo>
                  <a:close/>
                </a:path>
              </a:pathLst>
            </a:custGeom>
            <a:blipFill>
              <a:blip r:embed="rId8"/>
              <a:stretch>
                <a:fillRect l="-39034" t="-36638" r="-39211" b="-41607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4677966" y="435407"/>
            <a:ext cx="9110443" cy="713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IMPACT AND BENEFITS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364210" y="1862280"/>
            <a:ext cx="683524" cy="89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0"/>
              </a:lnSpc>
            </a:pPr>
            <a:r>
              <a:rPr lang="en-US" sz="4221">
                <a:solidFill>
                  <a:srgbClr val="4A7EB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✅</a:t>
            </a:r>
            <a:r>
              <a:rPr lang="en-US" b="true" sz="4221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034389" y="1967370"/>
            <a:ext cx="5330266" cy="78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0"/>
              </a:lnSpc>
            </a:pPr>
            <a:r>
              <a:rPr lang="en-US" b="true" sz="4221" spc="8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Benefits of the Solution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812607" y="2800979"/>
            <a:ext cx="768525" cy="39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b="true" sz="2078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Social</a:t>
            </a:r>
            <a:r>
              <a:rPr lang="en-US" b="true" sz="207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172919" y="3164034"/>
            <a:ext cx="6993722" cy="78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Empowers citizens with a</a:t>
            </a: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Digital Civic Voice </a:t>
            </a: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participate in governance. Builds </a:t>
            </a: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trust &amp; transparency</a:t>
            </a: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between people and local authorities. Encourages </a:t>
            </a: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community-driven collaboration</a:t>
            </a: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cleaner, safer neighborhoods.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0172919" y="5754834"/>
            <a:ext cx="7795031" cy="78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Promotes </a:t>
            </a: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civic awareness &amp; digital literacy</a:t>
            </a: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among citizens. Acts as a </a:t>
            </a: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practical case study</a:t>
            </a: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urban planning, governance &amp; data science research. Can integrate into </a:t>
            </a: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Smart Governance courses &amp; hackathons</a:t>
            </a: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learning innovation.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172919" y="4459434"/>
            <a:ext cx="7847781" cy="78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Reduces municipal costs by enabling </a:t>
            </a: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AI-driven prioritization</a:t>
            </a: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of resources. Saves manpower &amp; time through </a:t>
            </a: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automated routing &amp; categorization</a:t>
            </a: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of issues. Contributes to </a:t>
            </a: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Smart City growth</a:t>
            </a: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attracting investments and boosting local economy.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0172919" y="7031184"/>
            <a:ext cx="7946288" cy="1284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Leverages </a:t>
            </a: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 + Geo-Intelligence</a:t>
            </a: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smart issue categorization &amp; hotspot detection. Built on a </a:t>
            </a: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Cloud-Native &amp; Scalable Architecture</a:t>
            </a: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future-ready for </a:t>
            </a: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IoT &amp; Blockchain integration</a:t>
            </a: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 Encourages </a:t>
            </a: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Data-Driven Governance</a:t>
            </a: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enabling predictive analytics for urban development.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0172919" y="8898084"/>
            <a:ext cx="5196783" cy="189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"/>
              </a:lnSpc>
            </a:pP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Faster response to</a:t>
            </a: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waste management &amp; sanitation</a:t>
            </a: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issues 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5267813" y="8881415"/>
            <a:ext cx="218655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"/>
              </a:lnSpc>
            </a:pP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→ cleaner environment.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0172919" y="8936184"/>
            <a:ext cx="7946126" cy="881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5"/>
              </a:lnSpc>
            </a:pP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Supports</a:t>
            </a: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sustainable urban ecosystems</a:t>
            </a: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by addressing problems proactively.</a:t>
            </a:r>
          </a:p>
          <a:p>
            <a:pPr algn="l">
              <a:lnSpc>
                <a:spcPts val="834"/>
              </a:lnSpc>
            </a:pPr>
            <a:r>
              <a:rPr lang="en-US" sz="16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Helps build eco-friendly smart cities aligned with </a:t>
            </a: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SDGs (Sustainable Development</a:t>
            </a:r>
          </a:p>
          <a:p>
            <a:pPr algn="l">
              <a:lnSpc>
                <a:spcPts val="3065"/>
              </a:lnSpc>
            </a:pPr>
            <a:r>
              <a:rPr lang="en-US" b="true" sz="166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Goals).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812607" y="4096588"/>
            <a:ext cx="1171184" cy="39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b="true" sz="2076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Economic</a:t>
            </a:r>
            <a:r>
              <a:rPr lang="en-US" b="true" sz="2076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812607" y="5391988"/>
            <a:ext cx="1411796" cy="39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b="true" sz="2076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Educational</a:t>
            </a:r>
            <a:r>
              <a:rPr lang="en-US" b="true" sz="2076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9812607" y="6696942"/>
            <a:ext cx="1533992" cy="36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b="true" sz="1976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Technological</a:t>
            </a:r>
            <a:r>
              <a:rPr lang="en-US" b="true" sz="1976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9812607" y="8468335"/>
            <a:ext cx="1533630" cy="35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b="true" sz="1879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Environmental</a:t>
            </a:r>
            <a:r>
              <a:rPr lang="en-US" b="true" sz="18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326888" y="7131577"/>
            <a:ext cx="8933498" cy="287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b="true" sz="2071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Citizens</a:t>
            </a:r>
            <a:r>
              <a:rPr lang="en-US" b="true" sz="207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  <a:r>
              <a:rPr lang="en-US" sz="20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Gain a </a:t>
            </a:r>
            <a:r>
              <a:rPr lang="en-US" b="true" sz="207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transparent and fast channel</a:t>
            </a:r>
            <a:r>
              <a:rPr lang="en-US" sz="20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to raise civic issues, leading to higher engagement and trust. This can improve </a:t>
            </a:r>
            <a:r>
              <a:rPr lang="en-US" b="true" sz="207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community participation by 40– 50%</a:t>
            </a:r>
            <a:r>
              <a:rPr lang="en-US" sz="20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 </a:t>
            </a:r>
            <a:r>
              <a:rPr lang="en-US" b="true" sz="2071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Authorities</a:t>
            </a:r>
            <a:r>
              <a:rPr lang="en-US" b="true" sz="207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  <a:r>
              <a:rPr lang="en-US" sz="20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Achieve </a:t>
            </a:r>
            <a:r>
              <a:rPr lang="en-US" b="true" sz="207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30–40% faster resolution rates</a:t>
            </a:r>
            <a:r>
              <a:rPr lang="en-US" sz="20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with AI-based routing and real-time dashboards, ensuring </a:t>
            </a:r>
            <a:r>
              <a:rPr lang="en-US" b="true" sz="207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accountability and efficiency</a:t>
            </a:r>
            <a:r>
              <a:rPr lang="en-US" sz="20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 </a:t>
            </a:r>
            <a:r>
              <a:rPr lang="en-US" b="true" sz="2071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Government</a:t>
            </a:r>
            <a:r>
              <a:rPr lang="en-US" b="true" sz="207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  <a:r>
              <a:rPr lang="en-US" sz="20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Access </a:t>
            </a:r>
            <a:r>
              <a:rPr lang="en-US" b="true" sz="207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data-driven insights and predictive analytics</a:t>
            </a:r>
            <a:r>
              <a:rPr lang="en-US" sz="20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smarter decisions. Enables up to </a:t>
            </a:r>
            <a:r>
              <a:rPr lang="en-US" b="true" sz="207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25% savings in resource allocation</a:t>
            </a:r>
            <a:r>
              <a:rPr lang="en-US" sz="20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 </a:t>
            </a:r>
            <a:r>
              <a:rPr lang="en-US" b="true" sz="2071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Community</a:t>
            </a:r>
            <a:r>
              <a:rPr lang="en-US" b="true" sz="207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  <a:r>
              <a:rPr lang="en-US" sz="20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Experience </a:t>
            </a:r>
            <a:r>
              <a:rPr lang="en-US" b="true" sz="207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cleaner, safer, eco-friendly neighborhoods</a:t>
            </a:r>
            <a:r>
              <a:rPr lang="en-US" sz="20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through proactive waste and sanitation handling. Builds </a:t>
            </a:r>
            <a:r>
              <a:rPr lang="en-US" b="true" sz="207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sustainable smart cities</a:t>
            </a:r>
            <a:r>
              <a:rPr lang="en-US" sz="20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374733" y="6286986"/>
            <a:ext cx="54103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8"/>
              </a:lnSpc>
            </a:pPr>
            <a:r>
              <a:rPr lang="en-US" sz="3342">
                <a:solidFill>
                  <a:srgbClr val="4A7EBB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🎯</a:t>
            </a:r>
            <a:r>
              <a:rPr lang="en-US" b="true" sz="3342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905123" y="6371320"/>
            <a:ext cx="5516451" cy="62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8"/>
              </a:lnSpc>
            </a:pPr>
            <a:r>
              <a:rPr lang="en-US" b="true" sz="3342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Impact on the Target Audience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026294" y="847382"/>
            <a:ext cx="10780119" cy="165097"/>
            <a:chOff x="0" y="0"/>
            <a:chExt cx="10780116" cy="165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3919728" cy="38100"/>
            </a:xfrm>
            <a:custGeom>
              <a:avLst/>
              <a:gdLst/>
              <a:ahLst/>
              <a:cxnLst/>
              <a:rect r="r" b="b" t="t" l="l"/>
              <a:pathLst>
                <a:path h="38100" w="3919728">
                  <a:moveTo>
                    <a:pt x="0" y="0"/>
                  </a:moveTo>
                  <a:lnTo>
                    <a:pt x="3919728" y="0"/>
                  </a:lnTo>
                  <a:lnTo>
                    <a:pt x="391972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983228" y="63500"/>
              <a:ext cx="233172" cy="38100"/>
            </a:xfrm>
            <a:custGeom>
              <a:avLst/>
              <a:gdLst/>
              <a:ahLst/>
              <a:cxnLst/>
              <a:rect r="r" b="b" t="t" l="l"/>
              <a:pathLst>
                <a:path h="38100" w="233172">
                  <a:moveTo>
                    <a:pt x="0" y="0"/>
                  </a:moveTo>
                  <a:lnTo>
                    <a:pt x="233172" y="0"/>
                  </a:lnTo>
                  <a:lnTo>
                    <a:pt x="23317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216400" y="63500"/>
              <a:ext cx="6500241" cy="38100"/>
            </a:xfrm>
            <a:custGeom>
              <a:avLst/>
              <a:gdLst/>
              <a:ahLst/>
              <a:cxnLst/>
              <a:rect r="r" b="b" t="t" l="l"/>
              <a:pathLst>
                <a:path h="38100" w="6500241">
                  <a:moveTo>
                    <a:pt x="0" y="0"/>
                  </a:moveTo>
                  <a:lnTo>
                    <a:pt x="6500241" y="0"/>
                  </a:lnTo>
                  <a:lnTo>
                    <a:pt x="650024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 descr="https://www.sih.gov.in/img1/SIH-Logo.png"/>
          <p:cNvSpPr/>
          <p:nvPr/>
        </p:nvSpPr>
        <p:spPr>
          <a:xfrm flipH="false" flipV="false" rot="0">
            <a:off x="15469495" y="85649"/>
            <a:ext cx="2606211" cy="1324718"/>
          </a:xfrm>
          <a:custGeom>
            <a:avLst/>
            <a:gdLst/>
            <a:ahLst/>
            <a:cxnLst/>
            <a:rect r="r" b="b" t="t" l="l"/>
            <a:pathLst>
              <a:path h="1324718" w="2606211">
                <a:moveTo>
                  <a:pt x="0" y="0"/>
                </a:moveTo>
                <a:lnTo>
                  <a:pt x="2606212" y="0"/>
                </a:lnTo>
                <a:lnTo>
                  <a:pt x="2606212" y="1324718"/>
                </a:lnTo>
                <a:lnTo>
                  <a:pt x="0" y="1324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12829" y="7474344"/>
            <a:ext cx="1954416" cy="19050"/>
            <a:chOff x="0" y="0"/>
            <a:chExt cx="1954416" cy="1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4403" cy="19050"/>
            </a:xfrm>
            <a:custGeom>
              <a:avLst/>
              <a:gdLst/>
              <a:ahLst/>
              <a:cxnLst/>
              <a:rect r="r" b="b" t="t" l="l"/>
              <a:pathLst>
                <a:path h="19050" w="1954403">
                  <a:moveTo>
                    <a:pt x="0" y="0"/>
                  </a:moveTo>
                  <a:lnTo>
                    <a:pt x="0" y="19050"/>
                  </a:lnTo>
                  <a:lnTo>
                    <a:pt x="1036447" y="19050"/>
                  </a:lnTo>
                  <a:lnTo>
                    <a:pt x="1036447" y="0"/>
                  </a:lnTo>
                  <a:close/>
                  <a:moveTo>
                    <a:pt x="1151128" y="0"/>
                  </a:moveTo>
                  <a:lnTo>
                    <a:pt x="1151128" y="19050"/>
                  </a:lnTo>
                  <a:lnTo>
                    <a:pt x="1954403" y="19050"/>
                  </a:lnTo>
                  <a:lnTo>
                    <a:pt x="1954403" y="0"/>
                  </a:lnTo>
                  <a:close/>
                </a:path>
              </a:pathLst>
            </a:custGeom>
            <a:solidFill>
              <a:srgbClr val="4A7EBB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85162" y="3197619"/>
            <a:ext cx="57150" cy="57150"/>
            <a:chOff x="0" y="0"/>
            <a:chExt cx="57150" cy="571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685162" y="3464319"/>
            <a:ext cx="57150" cy="57150"/>
            <a:chOff x="0" y="0"/>
            <a:chExt cx="57150" cy="571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685162" y="3731019"/>
            <a:ext cx="57150" cy="57150"/>
            <a:chOff x="0" y="0"/>
            <a:chExt cx="57150" cy="571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685162" y="3997719"/>
            <a:ext cx="57150" cy="57150"/>
            <a:chOff x="0" y="0"/>
            <a:chExt cx="57150" cy="571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685162" y="4264419"/>
            <a:ext cx="57150" cy="57150"/>
            <a:chOff x="0" y="0"/>
            <a:chExt cx="57150" cy="571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2C65F0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685162" y="4531119"/>
            <a:ext cx="57150" cy="57150"/>
            <a:chOff x="0" y="0"/>
            <a:chExt cx="57150" cy="571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685162" y="5750319"/>
            <a:ext cx="57150" cy="57150"/>
            <a:chOff x="0" y="0"/>
            <a:chExt cx="57150" cy="571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685162" y="6017019"/>
            <a:ext cx="57150" cy="57150"/>
            <a:chOff x="0" y="0"/>
            <a:chExt cx="57150" cy="571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685162" y="6283719"/>
            <a:ext cx="57150" cy="57150"/>
            <a:chOff x="0" y="0"/>
            <a:chExt cx="57150" cy="571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685162" y="6550419"/>
            <a:ext cx="57150" cy="57150"/>
            <a:chOff x="0" y="0"/>
            <a:chExt cx="57150" cy="571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685162" y="6817119"/>
            <a:ext cx="57150" cy="57150"/>
            <a:chOff x="0" y="0"/>
            <a:chExt cx="57150" cy="571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751837" y="8007744"/>
            <a:ext cx="66675" cy="66675"/>
            <a:chOff x="0" y="0"/>
            <a:chExt cx="66675" cy="666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6675" cy="66548"/>
            </a:xfrm>
            <a:custGeom>
              <a:avLst/>
              <a:gdLst/>
              <a:ahLst/>
              <a:cxnLst/>
              <a:rect r="r" b="b" t="t" l="l"/>
              <a:pathLst>
                <a:path h="66548" w="66675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751837" y="8979294"/>
            <a:ext cx="66675" cy="66675"/>
            <a:chOff x="0" y="0"/>
            <a:chExt cx="66675" cy="666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675" cy="66548"/>
            </a:xfrm>
            <a:custGeom>
              <a:avLst/>
              <a:gdLst/>
              <a:ahLst/>
              <a:cxnLst/>
              <a:rect r="r" b="b" t="t" l="l"/>
              <a:pathLst>
                <a:path h="66548" w="66675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412109" y="5143891"/>
            <a:ext cx="3428457" cy="155572"/>
            <a:chOff x="0" y="0"/>
            <a:chExt cx="3428454" cy="1555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0" y="63500"/>
              <a:ext cx="71755" cy="28575"/>
            </a:xfrm>
            <a:custGeom>
              <a:avLst/>
              <a:gdLst/>
              <a:ahLst/>
              <a:cxnLst/>
              <a:rect r="r" b="b" t="t" l="l"/>
              <a:pathLst>
                <a:path h="28575" w="71755">
                  <a:moveTo>
                    <a:pt x="0" y="0"/>
                  </a:moveTo>
                  <a:lnTo>
                    <a:pt x="71755" y="0"/>
                  </a:lnTo>
                  <a:lnTo>
                    <a:pt x="7175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35255" y="63500"/>
              <a:ext cx="3229737" cy="28575"/>
            </a:xfrm>
            <a:custGeom>
              <a:avLst/>
              <a:gdLst/>
              <a:ahLst/>
              <a:cxnLst/>
              <a:rect r="r" b="b" t="t" l="l"/>
              <a:pathLst>
                <a:path h="28575" w="3229737">
                  <a:moveTo>
                    <a:pt x="0" y="0"/>
                  </a:moveTo>
                  <a:lnTo>
                    <a:pt x="3229737" y="0"/>
                  </a:lnTo>
                  <a:lnTo>
                    <a:pt x="3229737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4A7EBB"/>
            </a:solidFill>
          </p:spPr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475612" y="2664219"/>
            <a:ext cx="4063308" cy="19050"/>
            <a:chOff x="0" y="0"/>
            <a:chExt cx="4063302" cy="19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63238" cy="19050"/>
            </a:xfrm>
            <a:custGeom>
              <a:avLst/>
              <a:gdLst/>
              <a:ahLst/>
              <a:cxnLst/>
              <a:rect r="r" b="b" t="t" l="l"/>
              <a:pathLst>
                <a:path h="19050" w="4063238">
                  <a:moveTo>
                    <a:pt x="0" y="0"/>
                  </a:moveTo>
                  <a:lnTo>
                    <a:pt x="0" y="19050"/>
                  </a:lnTo>
                  <a:lnTo>
                    <a:pt x="2173986" y="19050"/>
                  </a:lnTo>
                  <a:lnTo>
                    <a:pt x="2173986" y="0"/>
                  </a:lnTo>
                  <a:close/>
                  <a:moveTo>
                    <a:pt x="2291080" y="0"/>
                  </a:moveTo>
                  <a:lnTo>
                    <a:pt x="2291080" y="19050"/>
                  </a:lnTo>
                  <a:lnTo>
                    <a:pt x="3049270" y="19050"/>
                  </a:lnTo>
                  <a:lnTo>
                    <a:pt x="3049270" y="0"/>
                  </a:lnTo>
                  <a:close/>
                  <a:moveTo>
                    <a:pt x="3144012" y="0"/>
                  </a:moveTo>
                  <a:lnTo>
                    <a:pt x="3144012" y="19050"/>
                  </a:lnTo>
                  <a:lnTo>
                    <a:pt x="4063238" y="19050"/>
                  </a:lnTo>
                  <a:lnTo>
                    <a:pt x="4063238" y="0"/>
                  </a:lnTo>
                  <a:close/>
                </a:path>
              </a:pathLst>
            </a:custGeom>
            <a:solidFill>
              <a:srgbClr val="4A7EBB"/>
            </a:solidFill>
          </p:spPr>
        </p:sp>
      </p:grpSp>
      <p:grpSp>
        <p:nvGrpSpPr>
          <p:cNvPr name="Group 40" id="40"/>
          <p:cNvGrpSpPr>
            <a:grpSpLocks noChangeAspect="true"/>
          </p:cNvGrpSpPr>
          <p:nvPr/>
        </p:nvGrpSpPr>
        <p:grpSpPr>
          <a:xfrm rot="0">
            <a:off x="2822781" y="3559569"/>
            <a:ext cx="2148783" cy="19050"/>
            <a:chOff x="0" y="0"/>
            <a:chExt cx="2148776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48840" cy="19050"/>
            </a:xfrm>
            <a:custGeom>
              <a:avLst/>
              <a:gdLst/>
              <a:ahLst/>
              <a:cxnLst/>
              <a:rect r="r" b="b" t="t" l="l"/>
              <a:pathLst>
                <a:path h="19050" w="2148840">
                  <a:moveTo>
                    <a:pt x="0" y="0"/>
                  </a:moveTo>
                  <a:lnTo>
                    <a:pt x="0" y="19050"/>
                  </a:lnTo>
                  <a:lnTo>
                    <a:pt x="255778" y="19050"/>
                  </a:lnTo>
                  <a:lnTo>
                    <a:pt x="255778" y="0"/>
                  </a:lnTo>
                  <a:close/>
                  <a:moveTo>
                    <a:pt x="333629" y="0"/>
                  </a:moveTo>
                  <a:lnTo>
                    <a:pt x="333629" y="19050"/>
                  </a:lnTo>
                  <a:lnTo>
                    <a:pt x="2148840" y="19050"/>
                  </a:lnTo>
                  <a:lnTo>
                    <a:pt x="2148840" y="0"/>
                  </a:lnTo>
                  <a:close/>
                </a:path>
              </a:pathLst>
            </a:custGeom>
            <a:solidFill>
              <a:srgbClr val="2C65F0"/>
            </a:solidFill>
          </p:spPr>
        </p:sp>
      </p:grpSp>
      <p:grpSp>
        <p:nvGrpSpPr>
          <p:cNvPr name="Group 42" id="42"/>
          <p:cNvGrpSpPr>
            <a:grpSpLocks noChangeAspect="true"/>
          </p:cNvGrpSpPr>
          <p:nvPr/>
        </p:nvGrpSpPr>
        <p:grpSpPr>
          <a:xfrm rot="0">
            <a:off x="3806533" y="5845569"/>
            <a:ext cx="1315641" cy="19050"/>
            <a:chOff x="0" y="0"/>
            <a:chExt cx="1315644" cy="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15593" cy="19050"/>
            </a:xfrm>
            <a:custGeom>
              <a:avLst/>
              <a:gdLst/>
              <a:ahLst/>
              <a:cxnLst/>
              <a:rect r="r" b="b" t="t" l="l"/>
              <a:pathLst>
                <a:path h="19050" w="1315593">
                  <a:moveTo>
                    <a:pt x="0" y="0"/>
                  </a:moveTo>
                  <a:lnTo>
                    <a:pt x="0" y="19050"/>
                  </a:lnTo>
                  <a:lnTo>
                    <a:pt x="185293" y="19050"/>
                  </a:lnTo>
                  <a:lnTo>
                    <a:pt x="185293" y="0"/>
                  </a:lnTo>
                  <a:close/>
                  <a:moveTo>
                    <a:pt x="263144" y="0"/>
                  </a:moveTo>
                  <a:lnTo>
                    <a:pt x="263144" y="19050"/>
                  </a:lnTo>
                  <a:lnTo>
                    <a:pt x="551434" y="19050"/>
                  </a:lnTo>
                  <a:lnTo>
                    <a:pt x="551434" y="0"/>
                  </a:lnTo>
                  <a:close/>
                  <a:moveTo>
                    <a:pt x="697611" y="0"/>
                  </a:moveTo>
                  <a:lnTo>
                    <a:pt x="697611" y="19050"/>
                  </a:lnTo>
                  <a:lnTo>
                    <a:pt x="1315593" y="19050"/>
                  </a:lnTo>
                  <a:lnTo>
                    <a:pt x="1315593" y="0"/>
                  </a:lnTo>
                  <a:close/>
                </a:path>
              </a:pathLst>
            </a:custGeom>
            <a:solidFill>
              <a:srgbClr val="2C65F0"/>
            </a:solidFill>
          </p:spPr>
        </p:sp>
      </p:grpSp>
      <p:grpSp>
        <p:nvGrpSpPr>
          <p:cNvPr name="Group 44" id="44"/>
          <p:cNvGrpSpPr>
            <a:grpSpLocks noChangeAspect="true"/>
          </p:cNvGrpSpPr>
          <p:nvPr/>
        </p:nvGrpSpPr>
        <p:grpSpPr>
          <a:xfrm rot="0">
            <a:off x="4012959" y="4092969"/>
            <a:ext cx="1010393" cy="19050"/>
            <a:chOff x="0" y="0"/>
            <a:chExt cx="1010399" cy="190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10412" cy="19050"/>
            </a:xfrm>
            <a:custGeom>
              <a:avLst/>
              <a:gdLst/>
              <a:ahLst/>
              <a:cxnLst/>
              <a:rect r="r" b="b" t="t" l="l"/>
              <a:pathLst>
                <a:path h="19050" w="1010412">
                  <a:moveTo>
                    <a:pt x="0" y="0"/>
                  </a:moveTo>
                  <a:lnTo>
                    <a:pt x="1010412" y="0"/>
                  </a:lnTo>
                  <a:lnTo>
                    <a:pt x="101041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C65F0"/>
            </a:solidFill>
          </p:spPr>
        </p:sp>
      </p:grpSp>
      <p:grpSp>
        <p:nvGrpSpPr>
          <p:cNvPr name="Group 46" id="46"/>
          <p:cNvGrpSpPr>
            <a:grpSpLocks noChangeAspect="true"/>
          </p:cNvGrpSpPr>
          <p:nvPr/>
        </p:nvGrpSpPr>
        <p:grpSpPr>
          <a:xfrm rot="0">
            <a:off x="3279086" y="6645669"/>
            <a:ext cx="2270817" cy="19050"/>
            <a:chOff x="0" y="0"/>
            <a:chExt cx="2270824" cy="190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70760" cy="19050"/>
            </a:xfrm>
            <a:custGeom>
              <a:avLst/>
              <a:gdLst/>
              <a:ahLst/>
              <a:cxnLst/>
              <a:rect r="r" b="b" t="t" l="l"/>
              <a:pathLst>
                <a:path h="19050" w="2270760">
                  <a:moveTo>
                    <a:pt x="0" y="0"/>
                  </a:moveTo>
                  <a:lnTo>
                    <a:pt x="2270760" y="0"/>
                  </a:lnTo>
                  <a:lnTo>
                    <a:pt x="227076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C65F0"/>
            </a:solidFill>
          </p:spPr>
        </p:sp>
      </p:grpSp>
      <p:grpSp>
        <p:nvGrpSpPr>
          <p:cNvPr name="Group 48" id="48"/>
          <p:cNvGrpSpPr>
            <a:grpSpLocks noChangeAspect="true"/>
          </p:cNvGrpSpPr>
          <p:nvPr/>
        </p:nvGrpSpPr>
        <p:grpSpPr>
          <a:xfrm rot="0">
            <a:off x="3860254" y="3826269"/>
            <a:ext cx="1921964" cy="19050"/>
            <a:chOff x="0" y="0"/>
            <a:chExt cx="1921967" cy="190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22018" cy="19050"/>
            </a:xfrm>
            <a:custGeom>
              <a:avLst/>
              <a:gdLst/>
              <a:ahLst/>
              <a:cxnLst/>
              <a:rect r="r" b="b" t="t" l="l"/>
              <a:pathLst>
                <a:path h="19050" w="1922018">
                  <a:moveTo>
                    <a:pt x="0" y="0"/>
                  </a:moveTo>
                  <a:lnTo>
                    <a:pt x="0" y="19050"/>
                  </a:lnTo>
                  <a:lnTo>
                    <a:pt x="1526159" y="19050"/>
                  </a:lnTo>
                  <a:lnTo>
                    <a:pt x="1526159" y="0"/>
                  </a:lnTo>
                  <a:close/>
                  <a:moveTo>
                    <a:pt x="1604010" y="0"/>
                  </a:moveTo>
                  <a:lnTo>
                    <a:pt x="1604010" y="19050"/>
                  </a:lnTo>
                  <a:lnTo>
                    <a:pt x="1922018" y="19050"/>
                  </a:lnTo>
                  <a:lnTo>
                    <a:pt x="1922018" y="0"/>
                  </a:lnTo>
                  <a:close/>
                </a:path>
              </a:pathLst>
            </a:custGeom>
            <a:solidFill>
              <a:srgbClr val="2C65F0"/>
            </a:solidFill>
          </p:spPr>
        </p:sp>
      </p:grpSp>
      <p:grpSp>
        <p:nvGrpSpPr>
          <p:cNvPr name="Group 50" id="50"/>
          <p:cNvGrpSpPr>
            <a:grpSpLocks noChangeAspect="true"/>
          </p:cNvGrpSpPr>
          <p:nvPr/>
        </p:nvGrpSpPr>
        <p:grpSpPr>
          <a:xfrm rot="0">
            <a:off x="3961762" y="4359669"/>
            <a:ext cx="2393899" cy="19050"/>
            <a:chOff x="0" y="0"/>
            <a:chExt cx="2393899" cy="190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393950" cy="19050"/>
            </a:xfrm>
            <a:custGeom>
              <a:avLst/>
              <a:gdLst/>
              <a:ahLst/>
              <a:cxnLst/>
              <a:rect r="r" b="b" t="t" l="l"/>
              <a:pathLst>
                <a:path h="19050" w="2393950">
                  <a:moveTo>
                    <a:pt x="0" y="0"/>
                  </a:moveTo>
                  <a:lnTo>
                    <a:pt x="0" y="19050"/>
                  </a:lnTo>
                  <a:lnTo>
                    <a:pt x="255778" y="19050"/>
                  </a:lnTo>
                  <a:lnTo>
                    <a:pt x="255778" y="0"/>
                  </a:lnTo>
                  <a:close/>
                  <a:moveTo>
                    <a:pt x="333629" y="0"/>
                  </a:moveTo>
                  <a:lnTo>
                    <a:pt x="333629" y="19050"/>
                  </a:lnTo>
                  <a:lnTo>
                    <a:pt x="1989836" y="19050"/>
                  </a:lnTo>
                  <a:lnTo>
                    <a:pt x="1989836" y="0"/>
                  </a:lnTo>
                  <a:close/>
                  <a:moveTo>
                    <a:pt x="2082673" y="0"/>
                  </a:moveTo>
                  <a:lnTo>
                    <a:pt x="2082673" y="19050"/>
                  </a:lnTo>
                  <a:lnTo>
                    <a:pt x="2393950" y="19050"/>
                  </a:lnTo>
                  <a:lnTo>
                    <a:pt x="2393950" y="0"/>
                  </a:lnTo>
                  <a:close/>
                </a:path>
              </a:pathLst>
            </a:custGeom>
            <a:solidFill>
              <a:srgbClr val="2C65F0"/>
            </a:solidFill>
          </p:spPr>
        </p:sp>
      </p:grpSp>
      <p:grpSp>
        <p:nvGrpSpPr>
          <p:cNvPr name="Group 52" id="52"/>
          <p:cNvGrpSpPr>
            <a:grpSpLocks noChangeAspect="true"/>
          </p:cNvGrpSpPr>
          <p:nvPr/>
        </p:nvGrpSpPr>
        <p:grpSpPr>
          <a:xfrm rot="0">
            <a:off x="4006558" y="6378969"/>
            <a:ext cx="1360294" cy="19050"/>
            <a:chOff x="0" y="0"/>
            <a:chExt cx="1360284" cy="190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60297" cy="19050"/>
            </a:xfrm>
            <a:custGeom>
              <a:avLst/>
              <a:gdLst/>
              <a:ahLst/>
              <a:cxnLst/>
              <a:rect r="r" b="b" t="t" l="l"/>
              <a:pathLst>
                <a:path h="19050" w="1360297">
                  <a:moveTo>
                    <a:pt x="0" y="0"/>
                  </a:moveTo>
                  <a:lnTo>
                    <a:pt x="1360297" y="0"/>
                  </a:lnTo>
                  <a:lnTo>
                    <a:pt x="136029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C65F0"/>
            </a:solidFill>
          </p:spPr>
        </p:sp>
      </p:grpSp>
      <p:grpSp>
        <p:nvGrpSpPr>
          <p:cNvPr name="Group 54" id="54"/>
          <p:cNvGrpSpPr>
            <a:grpSpLocks noChangeAspect="true"/>
          </p:cNvGrpSpPr>
          <p:nvPr/>
        </p:nvGrpSpPr>
        <p:grpSpPr>
          <a:xfrm rot="0">
            <a:off x="4338295" y="6112269"/>
            <a:ext cx="2942034" cy="19050"/>
            <a:chOff x="0" y="0"/>
            <a:chExt cx="2942031" cy="190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42082" cy="19050"/>
            </a:xfrm>
            <a:custGeom>
              <a:avLst/>
              <a:gdLst/>
              <a:ahLst/>
              <a:cxnLst/>
              <a:rect r="r" b="b" t="t" l="l"/>
              <a:pathLst>
                <a:path h="19050" w="2942082">
                  <a:moveTo>
                    <a:pt x="0" y="0"/>
                  </a:moveTo>
                  <a:lnTo>
                    <a:pt x="2942082" y="0"/>
                  </a:lnTo>
                  <a:lnTo>
                    <a:pt x="294208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C65F0"/>
            </a:solidFill>
          </p:spPr>
        </p:sp>
      </p:grpSp>
      <p:grpSp>
        <p:nvGrpSpPr>
          <p:cNvPr name="Group 56" id="56"/>
          <p:cNvGrpSpPr>
            <a:grpSpLocks noChangeAspect="true"/>
          </p:cNvGrpSpPr>
          <p:nvPr/>
        </p:nvGrpSpPr>
        <p:grpSpPr>
          <a:xfrm rot="0">
            <a:off x="4433840" y="4626369"/>
            <a:ext cx="2777728" cy="19050"/>
            <a:chOff x="0" y="0"/>
            <a:chExt cx="2777731" cy="190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777617" cy="19050"/>
            </a:xfrm>
            <a:custGeom>
              <a:avLst/>
              <a:gdLst/>
              <a:ahLst/>
              <a:cxnLst/>
              <a:rect r="r" b="b" t="t" l="l"/>
              <a:pathLst>
                <a:path h="19050" w="2777617">
                  <a:moveTo>
                    <a:pt x="0" y="0"/>
                  </a:moveTo>
                  <a:lnTo>
                    <a:pt x="0" y="19050"/>
                  </a:lnTo>
                  <a:lnTo>
                    <a:pt x="255778" y="19050"/>
                  </a:lnTo>
                  <a:lnTo>
                    <a:pt x="255778" y="0"/>
                  </a:lnTo>
                  <a:close/>
                  <a:moveTo>
                    <a:pt x="333629" y="0"/>
                  </a:moveTo>
                  <a:lnTo>
                    <a:pt x="333629" y="19050"/>
                  </a:lnTo>
                  <a:lnTo>
                    <a:pt x="1138682" y="19050"/>
                  </a:lnTo>
                  <a:lnTo>
                    <a:pt x="1138682" y="0"/>
                  </a:lnTo>
                  <a:close/>
                  <a:moveTo>
                    <a:pt x="1235583" y="0"/>
                  </a:moveTo>
                  <a:lnTo>
                    <a:pt x="1235583" y="19050"/>
                  </a:lnTo>
                  <a:lnTo>
                    <a:pt x="2160905" y="19050"/>
                  </a:lnTo>
                  <a:lnTo>
                    <a:pt x="2160905" y="0"/>
                  </a:lnTo>
                  <a:close/>
                  <a:moveTo>
                    <a:pt x="2307082" y="0"/>
                  </a:moveTo>
                  <a:lnTo>
                    <a:pt x="2307082" y="19050"/>
                  </a:lnTo>
                  <a:lnTo>
                    <a:pt x="2777617" y="19050"/>
                  </a:lnTo>
                  <a:lnTo>
                    <a:pt x="2777617" y="0"/>
                  </a:lnTo>
                  <a:close/>
                </a:path>
              </a:pathLst>
            </a:custGeom>
            <a:solidFill>
              <a:srgbClr val="2C65F0"/>
            </a:solidFill>
          </p:spPr>
        </p:sp>
      </p:grpSp>
      <p:grpSp>
        <p:nvGrpSpPr>
          <p:cNvPr name="Group 58" id="58"/>
          <p:cNvGrpSpPr>
            <a:grpSpLocks noChangeAspect="true"/>
          </p:cNvGrpSpPr>
          <p:nvPr/>
        </p:nvGrpSpPr>
        <p:grpSpPr>
          <a:xfrm rot="0">
            <a:off x="3253540" y="6848866"/>
            <a:ext cx="2758726" cy="146047"/>
            <a:chOff x="0" y="0"/>
            <a:chExt cx="2758732" cy="1460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63500" y="63500"/>
              <a:ext cx="1165352" cy="19050"/>
            </a:xfrm>
            <a:custGeom>
              <a:avLst/>
              <a:gdLst/>
              <a:ahLst/>
              <a:cxnLst/>
              <a:rect r="r" b="b" t="t" l="l"/>
              <a:pathLst>
                <a:path h="19050" w="1165352">
                  <a:moveTo>
                    <a:pt x="0" y="0"/>
                  </a:moveTo>
                  <a:lnTo>
                    <a:pt x="1165352" y="0"/>
                  </a:lnTo>
                  <a:lnTo>
                    <a:pt x="116535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C65F0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228852" y="63500"/>
              <a:ext cx="162560" cy="19050"/>
            </a:xfrm>
            <a:custGeom>
              <a:avLst/>
              <a:gdLst/>
              <a:ahLst/>
              <a:cxnLst/>
              <a:rect r="r" b="b" t="t" l="l"/>
              <a:pathLst>
                <a:path h="19050" w="162560">
                  <a:moveTo>
                    <a:pt x="0" y="0"/>
                  </a:moveTo>
                  <a:lnTo>
                    <a:pt x="0" y="19050"/>
                  </a:lnTo>
                  <a:lnTo>
                    <a:pt x="46736" y="19050"/>
                  </a:lnTo>
                  <a:lnTo>
                    <a:pt x="46736" y="0"/>
                  </a:lnTo>
                  <a:close/>
                  <a:moveTo>
                    <a:pt x="115951" y="0"/>
                  </a:moveTo>
                  <a:lnTo>
                    <a:pt x="115951" y="19050"/>
                  </a:lnTo>
                  <a:lnTo>
                    <a:pt x="162560" y="19050"/>
                  </a:lnTo>
                  <a:lnTo>
                    <a:pt x="162560" y="0"/>
                  </a:lnTo>
                  <a:close/>
                </a:path>
              </a:pathLst>
            </a:custGeom>
            <a:solidFill>
              <a:srgbClr val="2C65F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391285" y="63500"/>
              <a:ext cx="1303909" cy="19050"/>
            </a:xfrm>
            <a:custGeom>
              <a:avLst/>
              <a:gdLst/>
              <a:ahLst/>
              <a:cxnLst/>
              <a:rect r="r" b="b" t="t" l="l"/>
              <a:pathLst>
                <a:path h="19050" w="1303909">
                  <a:moveTo>
                    <a:pt x="0" y="0"/>
                  </a:moveTo>
                  <a:lnTo>
                    <a:pt x="1303909" y="0"/>
                  </a:lnTo>
                  <a:lnTo>
                    <a:pt x="130390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C65F0"/>
            </a:solidFill>
          </p:spPr>
        </p:sp>
      </p:grpSp>
      <p:grpSp>
        <p:nvGrpSpPr>
          <p:cNvPr name="Group 62" id="62"/>
          <p:cNvGrpSpPr>
            <a:grpSpLocks noChangeAspect="true"/>
          </p:cNvGrpSpPr>
          <p:nvPr/>
        </p:nvGrpSpPr>
        <p:grpSpPr>
          <a:xfrm rot="0">
            <a:off x="4964116" y="3292869"/>
            <a:ext cx="2317556" cy="19050"/>
            <a:chOff x="0" y="0"/>
            <a:chExt cx="2317547" cy="1905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317496" cy="19050"/>
            </a:xfrm>
            <a:custGeom>
              <a:avLst/>
              <a:gdLst/>
              <a:ahLst/>
              <a:cxnLst/>
              <a:rect r="r" b="b" t="t" l="l"/>
              <a:pathLst>
                <a:path h="19050" w="2317496">
                  <a:moveTo>
                    <a:pt x="0" y="0"/>
                  </a:moveTo>
                  <a:lnTo>
                    <a:pt x="0" y="19050"/>
                  </a:lnTo>
                  <a:lnTo>
                    <a:pt x="142875" y="19050"/>
                  </a:lnTo>
                  <a:lnTo>
                    <a:pt x="142875" y="0"/>
                  </a:lnTo>
                  <a:close/>
                  <a:moveTo>
                    <a:pt x="220599" y="0"/>
                  </a:moveTo>
                  <a:lnTo>
                    <a:pt x="220599" y="19050"/>
                  </a:lnTo>
                  <a:lnTo>
                    <a:pt x="2317496" y="19050"/>
                  </a:lnTo>
                  <a:lnTo>
                    <a:pt x="2317496" y="0"/>
                  </a:lnTo>
                  <a:close/>
                </a:path>
              </a:pathLst>
            </a:custGeom>
            <a:solidFill>
              <a:srgbClr val="2C65F0"/>
            </a:solidFill>
          </p:spPr>
        </p:sp>
      </p:grpSp>
      <p:grpSp>
        <p:nvGrpSpPr>
          <p:cNvPr name="Group 64" id="64"/>
          <p:cNvGrpSpPr>
            <a:grpSpLocks noChangeAspect="true"/>
          </p:cNvGrpSpPr>
          <p:nvPr/>
        </p:nvGrpSpPr>
        <p:grpSpPr>
          <a:xfrm rot="0">
            <a:off x="5284689" y="5845569"/>
            <a:ext cx="522684" cy="19050"/>
            <a:chOff x="0" y="0"/>
            <a:chExt cx="522681" cy="190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2732" cy="19050"/>
            </a:xfrm>
            <a:custGeom>
              <a:avLst/>
              <a:gdLst/>
              <a:ahLst/>
              <a:cxnLst/>
              <a:rect r="r" b="b" t="t" l="l"/>
              <a:pathLst>
                <a:path h="19050" w="522732">
                  <a:moveTo>
                    <a:pt x="0" y="0"/>
                  </a:moveTo>
                  <a:lnTo>
                    <a:pt x="522732" y="0"/>
                  </a:lnTo>
                  <a:lnTo>
                    <a:pt x="52273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C65F0"/>
            </a:solidFill>
          </p:spPr>
        </p:sp>
      </p:grpSp>
      <p:grpSp>
        <p:nvGrpSpPr>
          <p:cNvPr name="Group 66" id="66"/>
          <p:cNvGrpSpPr>
            <a:grpSpLocks noChangeAspect="true"/>
          </p:cNvGrpSpPr>
          <p:nvPr/>
        </p:nvGrpSpPr>
        <p:grpSpPr>
          <a:xfrm rot="0">
            <a:off x="7845628" y="1346864"/>
            <a:ext cx="10293601" cy="8843991"/>
            <a:chOff x="0" y="0"/>
            <a:chExt cx="10293604" cy="884398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63500" y="82550"/>
              <a:ext cx="10166604" cy="8678926"/>
            </a:xfrm>
            <a:custGeom>
              <a:avLst/>
              <a:gdLst/>
              <a:ahLst/>
              <a:cxnLst/>
              <a:rect r="r" b="b" t="t" l="l"/>
              <a:pathLst>
                <a:path h="8678926" w="10166604">
                  <a:moveTo>
                    <a:pt x="19050" y="19050"/>
                  </a:moveTo>
                  <a:lnTo>
                    <a:pt x="19050" y="8659876"/>
                  </a:lnTo>
                  <a:moveTo>
                    <a:pt x="2979293" y="19050"/>
                  </a:moveTo>
                  <a:lnTo>
                    <a:pt x="2979293" y="8659876"/>
                  </a:lnTo>
                  <a:moveTo>
                    <a:pt x="4334510" y="19050"/>
                  </a:moveTo>
                  <a:lnTo>
                    <a:pt x="4334510" y="8659876"/>
                  </a:lnTo>
                  <a:moveTo>
                    <a:pt x="5644642" y="19050"/>
                  </a:moveTo>
                  <a:lnTo>
                    <a:pt x="5644642" y="8659876"/>
                  </a:lnTo>
                  <a:moveTo>
                    <a:pt x="7037705" y="19050"/>
                  </a:moveTo>
                  <a:lnTo>
                    <a:pt x="7037705" y="8659876"/>
                  </a:lnTo>
                  <a:moveTo>
                    <a:pt x="8225028" y="19050"/>
                  </a:moveTo>
                  <a:lnTo>
                    <a:pt x="8225028" y="8659876"/>
                  </a:lnTo>
                  <a:moveTo>
                    <a:pt x="10147554" y="19050"/>
                  </a:moveTo>
                  <a:lnTo>
                    <a:pt x="10147554" y="8659876"/>
                  </a:lnTo>
                  <a:moveTo>
                    <a:pt x="0" y="0"/>
                  </a:moveTo>
                  <a:lnTo>
                    <a:pt x="10166604" y="0"/>
                  </a:lnTo>
                  <a:moveTo>
                    <a:pt x="0" y="1628521"/>
                  </a:moveTo>
                  <a:lnTo>
                    <a:pt x="10166604" y="1628521"/>
                  </a:lnTo>
                  <a:moveTo>
                    <a:pt x="0" y="2828925"/>
                  </a:moveTo>
                  <a:lnTo>
                    <a:pt x="10166604" y="2828925"/>
                  </a:lnTo>
                  <a:moveTo>
                    <a:pt x="0" y="3847465"/>
                  </a:moveTo>
                  <a:lnTo>
                    <a:pt x="10166604" y="3847465"/>
                  </a:lnTo>
                  <a:moveTo>
                    <a:pt x="0" y="4841113"/>
                  </a:moveTo>
                  <a:lnTo>
                    <a:pt x="10166604" y="4841113"/>
                  </a:lnTo>
                  <a:moveTo>
                    <a:pt x="0" y="5946013"/>
                  </a:moveTo>
                  <a:lnTo>
                    <a:pt x="10166604" y="5946013"/>
                  </a:lnTo>
                  <a:moveTo>
                    <a:pt x="0" y="7050913"/>
                  </a:moveTo>
                  <a:lnTo>
                    <a:pt x="10166604" y="7050913"/>
                  </a:lnTo>
                  <a:moveTo>
                    <a:pt x="0" y="7888351"/>
                  </a:moveTo>
                  <a:lnTo>
                    <a:pt x="10166604" y="7888351"/>
                  </a:lnTo>
                  <a:moveTo>
                    <a:pt x="0" y="8678926"/>
                  </a:moveTo>
                  <a:lnTo>
                    <a:pt x="10166604" y="8678926"/>
                  </a:lnTo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63500" y="63500"/>
              <a:ext cx="10166604" cy="8716899"/>
            </a:xfrm>
            <a:custGeom>
              <a:avLst/>
              <a:gdLst/>
              <a:ahLst/>
              <a:cxnLst/>
              <a:rect r="r" b="b" t="t" l="l"/>
              <a:pathLst>
                <a:path h="8716899" w="10166604">
                  <a:moveTo>
                    <a:pt x="38100" y="38100"/>
                  </a:moveTo>
                  <a:lnTo>
                    <a:pt x="38100" y="8678926"/>
                  </a:lnTo>
                  <a:lnTo>
                    <a:pt x="0" y="8678926"/>
                  </a:lnTo>
                  <a:lnTo>
                    <a:pt x="0" y="38100"/>
                  </a:lnTo>
                  <a:close/>
                  <a:moveTo>
                    <a:pt x="2998343" y="38100"/>
                  </a:moveTo>
                  <a:lnTo>
                    <a:pt x="2998343" y="8678926"/>
                  </a:lnTo>
                  <a:lnTo>
                    <a:pt x="2960243" y="8678926"/>
                  </a:lnTo>
                  <a:lnTo>
                    <a:pt x="2960243" y="38100"/>
                  </a:lnTo>
                  <a:close/>
                  <a:moveTo>
                    <a:pt x="4353560" y="38100"/>
                  </a:moveTo>
                  <a:lnTo>
                    <a:pt x="4353560" y="8678926"/>
                  </a:lnTo>
                  <a:lnTo>
                    <a:pt x="4315460" y="8678926"/>
                  </a:lnTo>
                  <a:lnTo>
                    <a:pt x="4315460" y="38100"/>
                  </a:lnTo>
                  <a:close/>
                  <a:moveTo>
                    <a:pt x="5663692" y="38100"/>
                  </a:moveTo>
                  <a:lnTo>
                    <a:pt x="5663692" y="8678926"/>
                  </a:lnTo>
                  <a:lnTo>
                    <a:pt x="5625592" y="8678926"/>
                  </a:lnTo>
                  <a:lnTo>
                    <a:pt x="5625592" y="38100"/>
                  </a:lnTo>
                  <a:close/>
                  <a:moveTo>
                    <a:pt x="7056755" y="38100"/>
                  </a:moveTo>
                  <a:lnTo>
                    <a:pt x="7056755" y="8678926"/>
                  </a:lnTo>
                  <a:lnTo>
                    <a:pt x="7018655" y="8678926"/>
                  </a:lnTo>
                  <a:lnTo>
                    <a:pt x="7018655" y="38100"/>
                  </a:lnTo>
                  <a:close/>
                  <a:moveTo>
                    <a:pt x="8244078" y="38100"/>
                  </a:moveTo>
                  <a:lnTo>
                    <a:pt x="8244078" y="8678926"/>
                  </a:lnTo>
                  <a:lnTo>
                    <a:pt x="8205978" y="8678926"/>
                  </a:lnTo>
                  <a:lnTo>
                    <a:pt x="8205978" y="38100"/>
                  </a:lnTo>
                  <a:close/>
                  <a:moveTo>
                    <a:pt x="10166604" y="38100"/>
                  </a:moveTo>
                  <a:lnTo>
                    <a:pt x="10166604" y="8678926"/>
                  </a:lnTo>
                  <a:lnTo>
                    <a:pt x="10128504" y="8678926"/>
                  </a:lnTo>
                  <a:lnTo>
                    <a:pt x="10128504" y="38100"/>
                  </a:lnTo>
                  <a:close/>
                  <a:moveTo>
                    <a:pt x="0" y="0"/>
                  </a:moveTo>
                  <a:lnTo>
                    <a:pt x="10166604" y="0"/>
                  </a:lnTo>
                  <a:lnTo>
                    <a:pt x="10166604" y="38100"/>
                  </a:lnTo>
                  <a:lnTo>
                    <a:pt x="0" y="38100"/>
                  </a:lnTo>
                  <a:close/>
                  <a:moveTo>
                    <a:pt x="0" y="1628521"/>
                  </a:moveTo>
                  <a:lnTo>
                    <a:pt x="10166604" y="1628521"/>
                  </a:lnTo>
                  <a:lnTo>
                    <a:pt x="10166604" y="1666621"/>
                  </a:lnTo>
                  <a:lnTo>
                    <a:pt x="0" y="1666621"/>
                  </a:lnTo>
                  <a:close/>
                  <a:moveTo>
                    <a:pt x="0" y="2828798"/>
                  </a:moveTo>
                  <a:lnTo>
                    <a:pt x="10166604" y="2828798"/>
                  </a:lnTo>
                  <a:lnTo>
                    <a:pt x="10166604" y="2866898"/>
                  </a:lnTo>
                  <a:lnTo>
                    <a:pt x="0" y="2866898"/>
                  </a:lnTo>
                  <a:close/>
                  <a:moveTo>
                    <a:pt x="0" y="3847338"/>
                  </a:moveTo>
                  <a:lnTo>
                    <a:pt x="10166604" y="3847338"/>
                  </a:lnTo>
                  <a:lnTo>
                    <a:pt x="10166604" y="3885438"/>
                  </a:lnTo>
                  <a:lnTo>
                    <a:pt x="0" y="3885438"/>
                  </a:lnTo>
                  <a:close/>
                  <a:moveTo>
                    <a:pt x="0" y="4840986"/>
                  </a:moveTo>
                  <a:lnTo>
                    <a:pt x="10166604" y="4840986"/>
                  </a:lnTo>
                  <a:lnTo>
                    <a:pt x="10166604" y="4879086"/>
                  </a:lnTo>
                  <a:lnTo>
                    <a:pt x="0" y="4879086"/>
                  </a:lnTo>
                  <a:close/>
                  <a:moveTo>
                    <a:pt x="0" y="5945886"/>
                  </a:moveTo>
                  <a:lnTo>
                    <a:pt x="10166604" y="5945886"/>
                  </a:lnTo>
                  <a:lnTo>
                    <a:pt x="10166604" y="5983986"/>
                  </a:lnTo>
                  <a:lnTo>
                    <a:pt x="0" y="5983986"/>
                  </a:lnTo>
                  <a:close/>
                  <a:moveTo>
                    <a:pt x="0" y="7050786"/>
                  </a:moveTo>
                  <a:lnTo>
                    <a:pt x="10166604" y="7050786"/>
                  </a:lnTo>
                  <a:lnTo>
                    <a:pt x="10166604" y="7088886"/>
                  </a:lnTo>
                  <a:lnTo>
                    <a:pt x="0" y="7088886"/>
                  </a:lnTo>
                  <a:close/>
                  <a:moveTo>
                    <a:pt x="0" y="7888224"/>
                  </a:moveTo>
                  <a:lnTo>
                    <a:pt x="10166604" y="7888224"/>
                  </a:lnTo>
                  <a:lnTo>
                    <a:pt x="10166604" y="7926324"/>
                  </a:lnTo>
                  <a:lnTo>
                    <a:pt x="0" y="7926324"/>
                  </a:lnTo>
                  <a:close/>
                  <a:moveTo>
                    <a:pt x="0" y="8678799"/>
                  </a:moveTo>
                  <a:lnTo>
                    <a:pt x="10166604" y="8678799"/>
                  </a:lnTo>
                  <a:lnTo>
                    <a:pt x="10166604" y="8716899"/>
                  </a:lnTo>
                  <a:lnTo>
                    <a:pt x="0" y="871689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9" id="69"/>
          <p:cNvSpPr/>
          <p:nvPr/>
        </p:nvSpPr>
        <p:spPr>
          <a:xfrm flipH="false" flipV="false" rot="0">
            <a:off x="11004261" y="8589521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grpSp>
        <p:nvGrpSpPr>
          <p:cNvPr name="Group 70" id="70"/>
          <p:cNvGrpSpPr>
            <a:grpSpLocks noChangeAspect="true"/>
          </p:cNvGrpSpPr>
          <p:nvPr/>
        </p:nvGrpSpPr>
        <p:grpSpPr>
          <a:xfrm rot="0">
            <a:off x="1340244" y="1927250"/>
            <a:ext cx="3288849" cy="193672"/>
            <a:chOff x="0" y="0"/>
            <a:chExt cx="3288855" cy="19367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63500" y="63500"/>
              <a:ext cx="168275" cy="66675"/>
            </a:xfrm>
            <a:custGeom>
              <a:avLst/>
              <a:gdLst/>
              <a:ahLst/>
              <a:cxnLst/>
              <a:rect r="r" b="b" t="t" l="l"/>
              <a:pathLst>
                <a:path h="66675" w="168275">
                  <a:moveTo>
                    <a:pt x="0" y="0"/>
                  </a:moveTo>
                  <a:lnTo>
                    <a:pt x="168275" y="0"/>
                  </a:lnTo>
                  <a:lnTo>
                    <a:pt x="168275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231775" y="63500"/>
              <a:ext cx="2993517" cy="66675"/>
            </a:xfrm>
            <a:custGeom>
              <a:avLst/>
              <a:gdLst/>
              <a:ahLst/>
              <a:cxnLst/>
              <a:rect r="r" b="b" t="t" l="l"/>
              <a:pathLst>
                <a:path h="66675" w="2993517">
                  <a:moveTo>
                    <a:pt x="0" y="0"/>
                  </a:moveTo>
                  <a:lnTo>
                    <a:pt x="2993517" y="0"/>
                  </a:lnTo>
                  <a:lnTo>
                    <a:pt x="299351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A7EBB"/>
            </a:solidFill>
          </p:spPr>
        </p:sp>
      </p:grpSp>
      <p:sp>
        <p:nvSpPr>
          <p:cNvPr name="Freeform 73" id="73"/>
          <p:cNvSpPr/>
          <p:nvPr/>
        </p:nvSpPr>
        <p:spPr>
          <a:xfrm flipH="false" flipV="false" rot="0">
            <a:off x="11004261" y="9429750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5141016" y="9414596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6772611" y="9429750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2477083" y="9429750"/>
            <a:ext cx="628650" cy="666750"/>
          </a:xfrm>
          <a:custGeom>
            <a:avLst/>
            <a:gdLst/>
            <a:ahLst/>
            <a:cxnLst/>
            <a:rect r="r" b="b" t="t" l="l"/>
            <a:pathLst>
              <a:path h="666750" w="628650">
                <a:moveTo>
                  <a:pt x="0" y="0"/>
                </a:moveTo>
                <a:lnTo>
                  <a:pt x="628650" y="0"/>
                </a:lnTo>
                <a:lnTo>
                  <a:pt x="6286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106" t="-5294" r="-9590" b="-7562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3797124" y="9414596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32" t="-5338" r="-7614" b="-7338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5134692" y="8598475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32" t="-5338" r="-7614" b="-7338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6740749" y="8584473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32" t="-5338" r="-7614" b="-7338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13797124" y="8579425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32" t="-5338" r="-7614" b="-7338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12427620" y="8584473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32" t="-5338" r="-7614" b="-7338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16764352" y="7522340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32" t="-5338" r="-7614" b="-7338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6779316" y="6566221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32" t="-5338" r="-7614" b="-7338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15134692" y="6596891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32" t="-5338" r="-7614" b="-7338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13797124" y="6566221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32" t="-5338" r="-7614" b="-7338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12473035" y="6566221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32" t="-5338" r="-7614" b="-7338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13797124" y="4519127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32" t="-5338" r="-7614" b="-7338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12427620" y="4519127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32" t="-5338" r="-7614" b="-7338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12399616" y="3330102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32" t="-5338" r="-7614" b="-7338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15141016" y="7611447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13783713" y="7626096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12421905" y="7626096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11004261" y="7577252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11004261" y="6596891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16727329" y="5434470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15141016" y="5434470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13750995" y="5434470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12449289" y="5434470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16668359" y="4432316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15141016" y="4432316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16668359" y="3300774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15121280" y="3300774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13753738" y="3300774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11004261" y="5535806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11004261" y="4432316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106" id="106"/>
          <p:cNvSpPr/>
          <p:nvPr/>
        </p:nvSpPr>
        <p:spPr>
          <a:xfrm flipH="false" flipV="false" rot="0">
            <a:off x="11004261" y="3300774"/>
            <a:ext cx="657225" cy="666750"/>
          </a:xfrm>
          <a:custGeom>
            <a:avLst/>
            <a:gdLst/>
            <a:ahLst/>
            <a:cxnLst/>
            <a:rect r="r" b="b" t="t" l="l"/>
            <a:pathLst>
              <a:path h="666750" w="657225">
                <a:moveTo>
                  <a:pt x="0" y="0"/>
                </a:moveTo>
                <a:lnTo>
                  <a:pt x="657225" y="0"/>
                </a:lnTo>
                <a:lnTo>
                  <a:pt x="6572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57" t="-8870" r="-21572" b="-5415"/>
            </a:stretch>
          </a:blipFill>
        </p:spPr>
      </p:sp>
      <p:sp>
        <p:nvSpPr>
          <p:cNvPr name="Freeform 107" id="107"/>
          <p:cNvSpPr/>
          <p:nvPr/>
        </p:nvSpPr>
        <p:spPr>
          <a:xfrm flipH="false" flipV="false" rot="0">
            <a:off x="129264" y="109985"/>
            <a:ext cx="1144800" cy="1144800"/>
          </a:xfrm>
          <a:custGeom>
            <a:avLst/>
            <a:gdLst/>
            <a:ahLst/>
            <a:cxnLst/>
            <a:rect r="r" b="b" t="t" l="l"/>
            <a:pathLst>
              <a:path h="1144800" w="1144800">
                <a:moveTo>
                  <a:pt x="0" y="0"/>
                </a:moveTo>
                <a:lnTo>
                  <a:pt x="1144800" y="0"/>
                </a:lnTo>
                <a:lnTo>
                  <a:pt x="1144800" y="1144800"/>
                </a:lnTo>
                <a:lnTo>
                  <a:pt x="0" y="114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8" id="108"/>
          <p:cNvGrpSpPr>
            <a:grpSpLocks noChangeAspect="true"/>
          </p:cNvGrpSpPr>
          <p:nvPr/>
        </p:nvGrpSpPr>
        <p:grpSpPr>
          <a:xfrm rot="0">
            <a:off x="231305" y="212036"/>
            <a:ext cx="940708" cy="940708"/>
            <a:chOff x="0" y="0"/>
            <a:chExt cx="1254277" cy="1254277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254252" cy="1254252"/>
            </a:xfrm>
            <a:custGeom>
              <a:avLst/>
              <a:gdLst/>
              <a:ahLst/>
              <a:cxnLst/>
              <a:rect r="r" b="b" t="t" l="l"/>
              <a:pathLst>
                <a:path h="1254252" w="1254252">
                  <a:moveTo>
                    <a:pt x="627126" y="0"/>
                  </a:moveTo>
                  <a:cubicBezTo>
                    <a:pt x="280797" y="0"/>
                    <a:pt x="0" y="280797"/>
                    <a:pt x="0" y="627126"/>
                  </a:cubicBezTo>
                  <a:cubicBezTo>
                    <a:pt x="0" y="973455"/>
                    <a:pt x="280797" y="1254252"/>
                    <a:pt x="627126" y="1254252"/>
                  </a:cubicBezTo>
                  <a:cubicBezTo>
                    <a:pt x="973455" y="1254252"/>
                    <a:pt x="1254252" y="973455"/>
                    <a:pt x="1254252" y="627126"/>
                  </a:cubicBezTo>
                  <a:cubicBezTo>
                    <a:pt x="1254252" y="280797"/>
                    <a:pt x="973455" y="0"/>
                    <a:pt x="627126" y="0"/>
                  </a:cubicBezTo>
                  <a:close/>
                </a:path>
              </a:pathLst>
            </a:custGeom>
            <a:blipFill>
              <a:blip r:embed="rId7"/>
              <a:stretch>
                <a:fillRect l="-39038" t="-36641" r="-39223" b="-41620"/>
              </a:stretch>
            </a:blipFill>
          </p:spPr>
        </p:sp>
      </p:grpSp>
      <p:sp>
        <p:nvSpPr>
          <p:cNvPr name="TextBox 110" id="110"/>
          <p:cNvSpPr txBox="true"/>
          <p:nvPr/>
        </p:nvSpPr>
        <p:spPr>
          <a:xfrm rot="0">
            <a:off x="4089787" y="399117"/>
            <a:ext cx="10866110" cy="66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b="true" sz="3699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RESEARCH AND REFERENCES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8113624" y="2168652"/>
            <a:ext cx="842286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Feature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8690772" y="7608570"/>
            <a:ext cx="1463697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Citizen notify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8530038" y="4605728"/>
            <a:ext cx="1791595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Auto Ai Dept(AI)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8448932" y="3338732"/>
            <a:ext cx="1956911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Image-base-issue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8382257" y="6503680"/>
            <a:ext cx="2092852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Rural+Urban cover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8277625" y="8732520"/>
            <a:ext cx="2306441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Scable for jharkhand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8360378" y="5614778"/>
            <a:ext cx="2137486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Geo-tragged-report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8208121" y="9550879"/>
            <a:ext cx="2448077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Automated-dept-route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1108827" y="1776860"/>
            <a:ext cx="932459" cy="63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Our Solution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3773579" y="1929260"/>
            <a:ext cx="972198" cy="63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SeeClick Fix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5165476" y="1929260"/>
            <a:ext cx="764753" cy="63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Raasta Fix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6441217" y="2081660"/>
            <a:ext cx="1334481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Ahmedabad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2473045" y="1948634"/>
            <a:ext cx="868347" cy="59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b="true" sz="16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Ushahid i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475612" y="2348446"/>
            <a:ext cx="4293270" cy="40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b="true" sz="2203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References taken by these platfrom</a:t>
            </a:r>
            <a:r>
              <a:rPr lang="en-US" b="true" sz="220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: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859736" y="5627589"/>
            <a:ext cx="3202248" cy="55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7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Image-Based AI Detection – Geo-Tagging for Transparency – 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3863016" y="5627589"/>
            <a:ext cx="2040865" cy="28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779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SpringerLink</a:t>
            </a:r>
            <a:r>
              <a:rPr lang="en-US" b="true" sz="17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| </a:t>
            </a:r>
            <a:r>
              <a:rPr lang="en-US" b="true" sz="1779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arXiv</a:t>
            </a:r>
            <a:r>
              <a:rPr lang="en-US" b="true" sz="17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4338295" y="5894289"/>
            <a:ext cx="3000804" cy="28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779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Smart Cities Mission Guideline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859736" y="6160989"/>
            <a:ext cx="2921527" cy="28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7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Automated Routing Engines – 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4006558" y="6160989"/>
            <a:ext cx="1445104" cy="28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779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Times of India</a:t>
            </a:r>
            <a:r>
              <a:rPr lang="en-US" b="true" sz="17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859736" y="6427689"/>
            <a:ext cx="2218220" cy="55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7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Dashboard Analytics – Citizen Notifications – 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3222527" y="6427689"/>
            <a:ext cx="2431532" cy="28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7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b="true" sz="1779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  <a:hlinkClick r:id="rId8" tooltip="https://seeclickfix.com/"/>
              </a:rPr>
              <a:t>Smart Cities </a:t>
            </a:r>
            <a:r>
              <a:rPr lang="en-US" b="true" sz="1779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  <a:hlinkClick r:id="rId9" tooltip="https://ranchismartcity.in/"/>
              </a:rPr>
              <a:t>Dashboard</a:t>
            </a:r>
            <a:r>
              <a:rPr lang="en-US" b="true" sz="17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  <a:hlinkClick r:id="rId10" tooltip="https://ranchismartcity.in/"/>
              </a:rPr>
              <a:t> 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3317034" y="6694389"/>
            <a:ext cx="2684278" cy="28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779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  <a:hlinkClick r:id="rId11" tooltip="https://seeclickfix.com/"/>
              </a:rPr>
              <a:t>SeeClickFix </a:t>
            </a:r>
            <a:r>
              <a:rPr lang="en-US" b="true" sz="1779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| </a:t>
            </a:r>
            <a:r>
              <a:rPr lang="en-US" b="true" sz="1779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  <a:hlinkClick r:id="rId12" tooltip="https://ranchismartcity.in/"/>
              </a:rPr>
              <a:t>Smart Ranchi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859736" y="3074889"/>
            <a:ext cx="6550333" cy="1621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7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Ushahidi (Global civic reporting platform):h</a:t>
            </a:r>
            <a:r>
              <a:rPr lang="en-US" b="true" sz="1779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ttps://www.ushahidi.com/ </a:t>
            </a:r>
            <a:r>
              <a:rPr lang="en-US" b="true" sz="17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SeeClickFix (USA): </a:t>
            </a:r>
            <a:r>
              <a:rPr lang="en-US" b="true" sz="1779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https://seeclickfix.com/ </a:t>
            </a:r>
            <a:r>
              <a:rPr lang="en-US" b="true" sz="17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RaastaFix (India – Gurgaon):</a:t>
            </a:r>
            <a:r>
              <a:rPr lang="en-US" b="true" sz="1779">
                <a:solidFill>
                  <a:srgbClr val="00D8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b="true" sz="1779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Times of India Report </a:t>
            </a:r>
            <a:r>
              <a:rPr lang="en-US" b="true" sz="17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 Civic Dashcam (Ahmedabad): </a:t>
            </a:r>
            <a:r>
              <a:rPr lang="en-US" b="true" sz="1779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News Link </a:t>
            </a:r>
            <a:r>
              <a:rPr lang="en-US" b="true" sz="17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Smart City Ranchi Official Site: </a:t>
            </a:r>
            <a:r>
              <a:rPr lang="en-US" b="true" sz="1779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https://ranchismartcity.in/ </a:t>
            </a:r>
            <a:r>
              <a:rPr lang="en-US" b="true" sz="17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Jharkhand Urban Development Dept: </a:t>
            </a:r>
            <a:r>
              <a:rPr lang="en-US" b="true" sz="1779">
                <a:solidFill>
                  <a:srgbClr val="2C65F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https://udhd.jharkhand.gov.in/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475612" y="4886592"/>
            <a:ext cx="3367421" cy="415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b="true" sz="2256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Research &amp; Best Practices: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2996613" y="6404000"/>
            <a:ext cx="230448" cy="2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🔗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3034560" y="6670700"/>
            <a:ext cx="230448" cy="2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🔗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3580609" y="5603900"/>
            <a:ext cx="230448" cy="2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🔗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4055821" y="5870600"/>
            <a:ext cx="230448" cy="2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🔗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3724084" y="6137300"/>
            <a:ext cx="230448" cy="2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🔗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475612" y="7210282"/>
            <a:ext cx="2133410" cy="353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b="true" sz="216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b="true" sz="2160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Feasibility Facts: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942042" y="7857982"/>
            <a:ext cx="6656756" cy="164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b="true" sz="216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Rural Jharkhand has rapidly growing smartphone penetration (70%+), making web+mobile civic reporting practical. Govt. departments (Sanitation, PWD, Electricity, Forest, Urban Development) already have digital portals, so inte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403747" y="1226106"/>
            <a:ext cx="3225079" cy="993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b="true" sz="5299">
                <a:solidFill>
                  <a:srgbClr val="8064A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  <a:hlinkClick r:id="rId13" tooltip="https://jansathi.vercel.app/home"/>
              </a:rPr>
              <a:t> </a:t>
            </a:r>
            <a:r>
              <a:rPr lang="en-US" b="true" sz="5299">
                <a:solidFill>
                  <a:srgbClr val="4A7EB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  <a:hlinkClick r:id="rId14" tooltip="https://jansathi.vercel.app/home"/>
              </a:rP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DAG0P0sMqyo</dc:identifier>
  <dcterms:modified xsi:type="dcterms:W3CDTF">2011-08-01T06:04:30Z</dcterms:modified>
  <cp:revision>1</cp:revision>
  <dc:title>SATHI (1).pdf</dc:title>
</cp:coreProperties>
</file>